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sldIdLst>
    <p:sldId id="256" r:id="rId4"/>
    <p:sldId id="261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257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charset="-122"/>
            </a:endParaRPr>
          </a:p>
        </p:txBody>
      </p:sp>
      <p:sp>
        <p:nvSpPr>
          <p:cNvPr id="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.svg"/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/>
              <a:t>Spark </a:t>
            </a:r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4535" y="4084955"/>
            <a:ext cx="3148965" cy="154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1038225" y="1537970"/>
            <a:ext cx="7365365" cy="1599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某公司是做零售相关业务, 旗下出品各类收银机.</a:t>
            </a:r>
            <a:r>
              <a:rPr 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 </a:t>
            </a:r>
            <a:r>
              <a:rPr 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目前公司的收银机已经在全国铺开, 在各个省份均有店铺使用.</a:t>
            </a:r>
            <a:r>
              <a:rPr 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 </a:t>
            </a:r>
            <a:r>
              <a:rPr 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机器是联网的, 每一次使用都会将售卖商品数据上传到公司后台.</a:t>
            </a:r>
            <a:r>
              <a:rPr 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 </a:t>
            </a:r>
            <a:r>
              <a:rPr 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老板现在想对省份维度的销售情况进行统计分析</a:t>
            </a: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5195" y="996315"/>
            <a:ext cx="2380615" cy="36830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3" name="图片 2" descr="333438303938323b333437373336383bc9ccb5e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4475" y="3195955"/>
            <a:ext cx="1610360" cy="1610360"/>
          </a:xfrm>
          <a:prstGeom prst="rect">
            <a:avLst/>
          </a:prstGeom>
        </p:spPr>
      </p:pic>
      <p:pic>
        <p:nvPicPr>
          <p:cNvPr id="5" name="图片 4" descr="32303235303831343b32303236333333313bbde1d5cbcad5d2f8bbf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5445" y="3456305"/>
            <a:ext cx="1089660" cy="1089660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3" idx="3"/>
            <a:endCxn id="5" idx="1"/>
          </p:cNvCxnSpPr>
          <p:nvPr/>
        </p:nvCxnSpPr>
        <p:spPr>
          <a:xfrm>
            <a:off x="3124835" y="4001135"/>
            <a:ext cx="107061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32303135333539303b32303135333735383bb7fecef1c6f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8730" y="3742690"/>
            <a:ext cx="2297430" cy="2297430"/>
          </a:xfrm>
          <a:prstGeom prst="rect">
            <a:avLst/>
          </a:prstGeom>
        </p:spPr>
      </p:pic>
      <p:cxnSp>
        <p:nvCxnSpPr>
          <p:cNvPr id="8" name="直接箭头连接符 7"/>
          <p:cNvCxnSpPr>
            <a:stCxn id="5" idx="3"/>
            <a:endCxn id="7" idx="1"/>
          </p:cNvCxnSpPr>
          <p:nvPr/>
        </p:nvCxnSpPr>
        <p:spPr>
          <a:xfrm>
            <a:off x="5285105" y="4001135"/>
            <a:ext cx="2333625" cy="890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333438303938323b333437373336383bc9ccb5e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4475" y="4946650"/>
            <a:ext cx="1610360" cy="1610360"/>
          </a:xfrm>
          <a:prstGeom prst="rect">
            <a:avLst/>
          </a:prstGeom>
        </p:spPr>
      </p:pic>
      <p:pic>
        <p:nvPicPr>
          <p:cNvPr id="10" name="图片 9" descr="32303235303831343b32303236333333313bbde1d5cbcad5d2f8bbf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5445" y="5207000"/>
            <a:ext cx="1089660" cy="1089660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9" idx="3"/>
            <a:endCxn id="10" idx="1"/>
          </p:cNvCxnSpPr>
          <p:nvPr/>
        </p:nvCxnSpPr>
        <p:spPr>
          <a:xfrm>
            <a:off x="3124835" y="5751830"/>
            <a:ext cx="107061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10" idx="3"/>
            <a:endCxn id="7" idx="1"/>
          </p:cNvCxnSpPr>
          <p:nvPr/>
        </p:nvCxnSpPr>
        <p:spPr>
          <a:xfrm flipV="1">
            <a:off x="5285105" y="4891405"/>
            <a:ext cx="2333625" cy="860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25195" y="996315"/>
            <a:ext cx="2380615" cy="36830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77900" y="1676400"/>
            <a:ext cx="5192395" cy="4061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4个需求需开发</a:t>
            </a:r>
            <a:endParaRPr lang="zh-CN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1.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各省 销售 指标</a:t>
            </a:r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每个省份的销售额统计</a:t>
            </a:r>
            <a:endParaRPr 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2.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TOP3 销售省份中, 有多少家店铺 日均销售额 1000+</a:t>
            </a:r>
            <a:endParaRPr 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3.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TOP3 省份中 各个省份的平均单单价</a:t>
            </a:r>
            <a:endParaRPr 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4.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TOP3 省份中, 各个省份的支付类型比例</a:t>
            </a:r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 </a:t>
            </a:r>
            <a:endParaRPr 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endParaRPr lang="zh-CN" sz="16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zh-CN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2个操作需处理</a:t>
            </a:r>
            <a:endParaRPr lang="zh-CN" sz="16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1.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将需求结果写出到</a:t>
            </a:r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endParaRPr lang="en-US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/>
            <a:r>
              <a:rPr 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2. </a:t>
            </a:r>
            <a:r>
              <a:rPr 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将数据写入到Spark On Hive中</a:t>
            </a:r>
            <a:endParaRPr lang="zh-CN" altLang="en-US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7900" y="6115050"/>
            <a:ext cx="3678555" cy="52197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个需求中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个较简单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个较复杂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比较合适对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的内容进行综合训练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25195" y="996315"/>
            <a:ext cx="2380615" cy="36830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数据格式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325"/>
          <a:stretch>
            <a:fillRect/>
          </a:stretch>
        </p:blipFill>
        <p:spPr>
          <a:xfrm>
            <a:off x="993140" y="1364615"/>
            <a:ext cx="1684020" cy="52641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08425" y="1534160"/>
            <a:ext cx="5928995" cy="3046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常用字段解析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storeDistrict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店铺所在行政区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storeProvince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店铺所在省份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storeID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店铺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storeName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店铺名称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dateTS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订单日期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orderID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receivable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收款金额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payType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付款类型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尽管字段较多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我们只需要用到上述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个红色字段即可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08425" y="5410200"/>
            <a:ext cx="5182235" cy="33718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数据在课程资料中有所提供</a:t>
            </a: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文件名</a:t>
            </a:r>
            <a:r>
              <a:rPr lang="en-US" altLang="zh-CN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mini.json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406265" y="3154363"/>
            <a:ext cx="6725920" cy="548322"/>
          </a:xfrm>
        </p:spPr>
        <p:txBody>
          <a:bodyPr>
            <a:normAutofit fontScale="90000"/>
          </a:bodyPr>
          <a:lstStyle/>
          <a:p>
            <a:r>
              <a:rPr lang="zh-CN" dirty="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现在进入开发吧</a:t>
            </a:r>
            <a:endParaRPr lang="zh-CN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WPS 演示</Application>
  <PresentationFormat>宽屏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华文楷体</vt:lpstr>
      <vt:lpstr>微软雅黑</vt:lpstr>
      <vt:lpstr>阿里巴巴普惠体</vt:lpstr>
      <vt:lpstr>Calibri</vt:lpstr>
      <vt:lpstr>Segoe UI</vt:lpstr>
      <vt:lpstr>黑体</vt:lpstr>
      <vt:lpstr>Alibaba PuHuiTi R</vt:lpstr>
      <vt:lpstr>Alibaba PuHuiTi M</vt:lpstr>
      <vt:lpstr>Sitka Heading</vt:lpstr>
      <vt:lpstr>Segoe UI Light</vt:lpstr>
      <vt:lpstr>微软雅黑 Light</vt:lpstr>
      <vt:lpstr>Alibaba PuHuiTi B</vt:lpstr>
      <vt:lpstr>Arial Unicode MS</vt:lpstr>
      <vt:lpstr>19_正文设计方案</vt:lpstr>
      <vt:lpstr>封面2</vt:lpstr>
      <vt:lpstr>Spark 综合案例</vt:lpstr>
      <vt:lpstr>PowerPoint 演示文稿</vt:lpstr>
      <vt:lpstr>PowerPoint 演示文稿</vt:lpstr>
      <vt:lpstr>PowerPoint 演示文稿</vt:lpstr>
      <vt:lpstr>现在进入开发吧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曹宇[囧]</cp:lastModifiedBy>
  <cp:revision>43</cp:revision>
  <dcterms:created xsi:type="dcterms:W3CDTF">2021-11-11T06:32:00Z</dcterms:created>
  <dcterms:modified xsi:type="dcterms:W3CDTF">2022-01-06T08:05:09Z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5DAA3807968947108F0982E3C79ACC40</vt:lpwstr>
  </property>
  <property fmtid="{D5CDD505-2E9C-101B-9397-08002B2CF9AE}" pid="3" name="KSOProductBuildVer">
    <vt:lpwstr>2052-11.1.0.11294</vt:lpwstr>
  </property>
</Properties>
</file>