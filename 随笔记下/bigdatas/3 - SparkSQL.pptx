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3" r:id="rId8"/>
    <p:sldMasterId id="2147483690" r:id="rId9"/>
    <p:sldMasterId id="2147483692" r:id="rId10"/>
  </p:sldMasterIdLst>
  <p:notesMasterIdLst>
    <p:notesMasterId r:id="rId16"/>
  </p:notesMasterIdLst>
  <p:handoutMasterIdLst>
    <p:handoutMasterId r:id="rId113"/>
  </p:handoutMasterIdLst>
  <p:sldIdLst>
    <p:sldId id="462" r:id="rId11"/>
    <p:sldId id="464" r:id="rId12"/>
    <p:sldId id="463" r:id="rId13"/>
    <p:sldId id="465" r:id="rId14"/>
    <p:sldId id="467" r:id="rId15"/>
    <p:sldId id="484" r:id="rId17"/>
    <p:sldId id="485" r:id="rId18"/>
    <p:sldId id="488" r:id="rId19"/>
    <p:sldId id="487" r:id="rId20"/>
    <p:sldId id="542" r:id="rId21"/>
    <p:sldId id="531" r:id="rId22"/>
    <p:sldId id="532" r:id="rId23"/>
    <p:sldId id="533" r:id="rId24"/>
    <p:sldId id="536" r:id="rId25"/>
    <p:sldId id="535" r:id="rId26"/>
    <p:sldId id="538" r:id="rId27"/>
    <p:sldId id="540" r:id="rId28"/>
    <p:sldId id="541" r:id="rId29"/>
    <p:sldId id="553" r:id="rId30"/>
    <p:sldId id="554" r:id="rId31"/>
    <p:sldId id="555" r:id="rId32"/>
    <p:sldId id="544" r:id="rId33"/>
    <p:sldId id="545" r:id="rId34"/>
    <p:sldId id="547" r:id="rId35"/>
    <p:sldId id="550" r:id="rId36"/>
    <p:sldId id="551" r:id="rId37"/>
    <p:sldId id="556" r:id="rId38"/>
    <p:sldId id="557" r:id="rId39"/>
    <p:sldId id="558" r:id="rId40"/>
    <p:sldId id="560" r:id="rId41"/>
    <p:sldId id="561" r:id="rId42"/>
    <p:sldId id="562" r:id="rId43"/>
    <p:sldId id="563" r:id="rId44"/>
    <p:sldId id="564" r:id="rId45"/>
    <p:sldId id="565" r:id="rId46"/>
    <p:sldId id="566" r:id="rId47"/>
    <p:sldId id="567" r:id="rId48"/>
    <p:sldId id="568" r:id="rId49"/>
    <p:sldId id="569" r:id="rId50"/>
    <p:sldId id="570" r:id="rId51"/>
    <p:sldId id="571" r:id="rId52"/>
    <p:sldId id="573" r:id="rId53"/>
    <p:sldId id="574" r:id="rId54"/>
    <p:sldId id="576" r:id="rId55"/>
    <p:sldId id="575" r:id="rId56"/>
    <p:sldId id="577" r:id="rId57"/>
    <p:sldId id="578" r:id="rId58"/>
    <p:sldId id="579" r:id="rId59"/>
    <p:sldId id="580" r:id="rId60"/>
    <p:sldId id="581" r:id="rId61"/>
    <p:sldId id="582" r:id="rId62"/>
    <p:sldId id="583" r:id="rId63"/>
    <p:sldId id="584" r:id="rId64"/>
    <p:sldId id="586" r:id="rId65"/>
    <p:sldId id="587" r:id="rId66"/>
    <p:sldId id="588" r:id="rId67"/>
    <p:sldId id="601" r:id="rId68"/>
    <p:sldId id="589" r:id="rId69"/>
    <p:sldId id="590" r:id="rId70"/>
    <p:sldId id="591" r:id="rId71"/>
    <p:sldId id="592" r:id="rId72"/>
    <p:sldId id="594" r:id="rId73"/>
    <p:sldId id="593" r:id="rId74"/>
    <p:sldId id="595" r:id="rId75"/>
    <p:sldId id="596" r:id="rId76"/>
    <p:sldId id="597" r:id="rId77"/>
    <p:sldId id="598" r:id="rId78"/>
    <p:sldId id="599" r:id="rId79"/>
    <p:sldId id="600" r:id="rId80"/>
    <p:sldId id="602" r:id="rId81"/>
    <p:sldId id="603" r:id="rId82"/>
    <p:sldId id="604" r:id="rId83"/>
    <p:sldId id="645" r:id="rId84"/>
    <p:sldId id="605" r:id="rId85"/>
    <p:sldId id="606" r:id="rId86"/>
    <p:sldId id="607" r:id="rId87"/>
    <p:sldId id="608" r:id="rId88"/>
    <p:sldId id="609" r:id="rId89"/>
    <p:sldId id="610" r:id="rId90"/>
    <p:sldId id="611" r:id="rId91"/>
    <p:sldId id="612" r:id="rId92"/>
    <p:sldId id="613" r:id="rId93"/>
    <p:sldId id="614" r:id="rId94"/>
    <p:sldId id="615" r:id="rId95"/>
    <p:sldId id="616" r:id="rId96"/>
    <p:sldId id="617" r:id="rId97"/>
    <p:sldId id="618" r:id="rId98"/>
    <p:sldId id="619" r:id="rId99"/>
    <p:sldId id="620" r:id="rId100"/>
    <p:sldId id="621" r:id="rId101"/>
    <p:sldId id="622" r:id="rId102"/>
    <p:sldId id="623" r:id="rId103"/>
    <p:sldId id="624" r:id="rId104"/>
    <p:sldId id="625" r:id="rId105"/>
    <p:sldId id="626" r:id="rId106"/>
    <p:sldId id="627" r:id="rId107"/>
    <p:sldId id="628" r:id="rId108"/>
    <p:sldId id="630" r:id="rId109"/>
    <p:sldId id="629" r:id="rId110"/>
    <p:sldId id="631" r:id="rId111"/>
    <p:sldId id="264" r:id="rId1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0956c0f-e3ca-4075-bf88-0e79086291c8}">
          <p14:sldIdLst>
            <p14:sldId id="462"/>
            <p14:sldId id="464"/>
            <p14:sldId id="463"/>
          </p14:sldIdLst>
        </p14:section>
        <p14:section name="第一章 SparkSQL快速入门" id="{975319e6-2bf3-4bab-b447-c96035125a28}">
          <p14:sldIdLst>
            <p14:sldId id="465"/>
            <p14:sldId id="467"/>
            <p14:sldId id="484"/>
            <p14:sldId id="485"/>
            <p14:sldId id="488"/>
            <p14:sldId id="487"/>
            <p14:sldId id="542"/>
          </p14:sldIdLst>
        </p14:section>
        <p14:section name="第二章 SparkSQL概述" id="{75d6ee0d-fabe-4677-982c-cab06b93bea8}">
          <p14:sldIdLst>
            <p14:sldId id="531"/>
            <p14:sldId id="532"/>
            <p14:sldId id="533"/>
            <p14:sldId id="536"/>
            <p14:sldId id="535"/>
            <p14:sldId id="538"/>
            <p14:sldId id="540"/>
            <p14:sldId id="541"/>
            <p14:sldId id="553"/>
            <p14:sldId id="554"/>
            <p14:sldId id="555"/>
            <p14:sldId id="544"/>
          </p14:sldIdLst>
        </p14:section>
        <p14:section name="第三章 DataFrame入门" id="{4762a1ad-2161-4d2d-b209-7248ad4a07d1}">
          <p14:sldIdLst>
            <p14:sldId id="545"/>
            <p14:sldId id="547"/>
            <p14:sldId id="550"/>
            <p14:sldId id="551"/>
            <p14:sldId id="556"/>
            <p14:sldId id="557"/>
            <p14:sldId id="558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3"/>
            <p14:sldId id="574"/>
            <p14:sldId id="576"/>
            <p14:sldId id="575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6"/>
            <p14:sldId id="587"/>
            <p14:sldId id="588"/>
            <p14:sldId id="601"/>
          </p14:sldIdLst>
        </p14:section>
        <p14:section name="第四章 SparkSQL函数定义" id="{8e39987e-fb0e-4924-8026-40a3a1de560b}">
          <p14:sldIdLst>
            <p14:sldId id="589"/>
            <p14:sldId id="590"/>
            <p14:sldId id="591"/>
            <p14:sldId id="592"/>
            <p14:sldId id="594"/>
            <p14:sldId id="593"/>
            <p14:sldId id="595"/>
            <p14:sldId id="596"/>
            <p14:sldId id="597"/>
            <p14:sldId id="598"/>
            <p14:sldId id="599"/>
            <p14:sldId id="600"/>
            <p14:sldId id="602"/>
          </p14:sldIdLst>
        </p14:section>
        <p14:section name="第五章 SparkSQL的运行流程" id="{adf6c12f-9888-4663-9f24-a6957d743852}">
          <p14:sldIdLst>
            <p14:sldId id="603"/>
            <p14:sldId id="604"/>
            <p14:sldId id="645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</p14:sldIdLst>
        </p14:section>
        <p14:section name="第六章 Spark On Hive" id="{a84b6944-b356-4572-ba0a-9e418832e423}">
          <p14:sldIdLst>
            <p14:sldId id="615"/>
            <p14:sldId id="616"/>
            <p14:sldId id="617"/>
            <p14:sldId id="618"/>
            <p14:sldId id="619"/>
            <p14:sldId id="620"/>
            <p14:sldId id="622"/>
            <p14:sldId id="623"/>
            <p14:sldId id="624"/>
            <p14:sldId id="621"/>
          </p14:sldIdLst>
        </p14:section>
        <p14:section name="第七章 分布式SQL执行引擎" id="{3dd5c587-6eeb-47db-9921-253d61a7194a}">
          <p14:sldIdLst>
            <p14:sldId id="626"/>
            <p14:sldId id="627"/>
            <p14:sldId id="628"/>
            <p14:sldId id="630"/>
            <p14:sldId id="629"/>
            <p14:sldId id="631"/>
            <p14:sldId id="264"/>
            <p14:sldId id="625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B70006"/>
    <a:srgbClr val="FFFFE4"/>
    <a:srgbClr val="919191"/>
    <a:srgbClr val="333333"/>
    <a:srgbClr val="FFFFFF"/>
    <a:srgbClr val="B60206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50" autoAdjust="0"/>
    <p:restoredTop sz="95306" autoAdjust="0"/>
  </p:normalViewPr>
  <p:slideViewPr>
    <p:cSldViewPr snapToGrid="0">
      <p:cViewPr varScale="1">
        <p:scale>
          <a:sx n="97" d="100"/>
          <a:sy n="97" d="100"/>
        </p:scale>
        <p:origin x="23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88.xml"/><Relationship Id="rId98" Type="http://schemas.openxmlformats.org/officeDocument/2006/relationships/slide" Target="slides/slide87.xml"/><Relationship Id="rId97" Type="http://schemas.openxmlformats.org/officeDocument/2006/relationships/slide" Target="slides/slide86.xml"/><Relationship Id="rId96" Type="http://schemas.openxmlformats.org/officeDocument/2006/relationships/slide" Target="slides/slide85.xml"/><Relationship Id="rId95" Type="http://schemas.openxmlformats.org/officeDocument/2006/relationships/slide" Target="slides/slide84.xml"/><Relationship Id="rId94" Type="http://schemas.openxmlformats.org/officeDocument/2006/relationships/slide" Target="slides/slide83.xml"/><Relationship Id="rId93" Type="http://schemas.openxmlformats.org/officeDocument/2006/relationships/slide" Target="slides/slide82.xml"/><Relationship Id="rId92" Type="http://schemas.openxmlformats.org/officeDocument/2006/relationships/slide" Target="slides/slide81.xml"/><Relationship Id="rId91" Type="http://schemas.openxmlformats.org/officeDocument/2006/relationships/slide" Target="slides/slide80.xml"/><Relationship Id="rId90" Type="http://schemas.openxmlformats.org/officeDocument/2006/relationships/slide" Target="slides/slide79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78.xml"/><Relationship Id="rId88" Type="http://schemas.openxmlformats.org/officeDocument/2006/relationships/slide" Target="slides/slide77.xml"/><Relationship Id="rId87" Type="http://schemas.openxmlformats.org/officeDocument/2006/relationships/slide" Target="slides/slide76.xml"/><Relationship Id="rId86" Type="http://schemas.openxmlformats.org/officeDocument/2006/relationships/slide" Target="slides/slide75.xml"/><Relationship Id="rId85" Type="http://schemas.openxmlformats.org/officeDocument/2006/relationships/slide" Target="slides/slide74.xml"/><Relationship Id="rId84" Type="http://schemas.openxmlformats.org/officeDocument/2006/relationships/slide" Target="slides/slide73.xml"/><Relationship Id="rId83" Type="http://schemas.openxmlformats.org/officeDocument/2006/relationships/slide" Target="slides/slide72.xml"/><Relationship Id="rId82" Type="http://schemas.openxmlformats.org/officeDocument/2006/relationships/slide" Target="slides/slide71.xml"/><Relationship Id="rId81" Type="http://schemas.openxmlformats.org/officeDocument/2006/relationships/slide" Target="slides/slide70.xml"/><Relationship Id="rId80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68.xml"/><Relationship Id="rId78" Type="http://schemas.openxmlformats.org/officeDocument/2006/relationships/slide" Target="slides/slide67.xml"/><Relationship Id="rId77" Type="http://schemas.openxmlformats.org/officeDocument/2006/relationships/slide" Target="slides/slide66.xml"/><Relationship Id="rId76" Type="http://schemas.openxmlformats.org/officeDocument/2006/relationships/slide" Target="slides/slide65.xml"/><Relationship Id="rId75" Type="http://schemas.openxmlformats.org/officeDocument/2006/relationships/slide" Target="slides/slide64.xml"/><Relationship Id="rId74" Type="http://schemas.openxmlformats.org/officeDocument/2006/relationships/slide" Target="slides/slide63.xml"/><Relationship Id="rId73" Type="http://schemas.openxmlformats.org/officeDocument/2006/relationships/slide" Target="slides/slide62.xml"/><Relationship Id="rId72" Type="http://schemas.openxmlformats.org/officeDocument/2006/relationships/slide" Target="slides/slide61.xml"/><Relationship Id="rId71" Type="http://schemas.openxmlformats.org/officeDocument/2006/relationships/slide" Target="slides/slide60.xml"/><Relationship Id="rId70" Type="http://schemas.openxmlformats.org/officeDocument/2006/relationships/slide" Target="slides/slide59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8.xml"/><Relationship Id="rId68" Type="http://schemas.openxmlformats.org/officeDocument/2006/relationships/slide" Target="slides/slide57.xml"/><Relationship Id="rId67" Type="http://schemas.openxmlformats.org/officeDocument/2006/relationships/slide" Target="slides/slide56.xml"/><Relationship Id="rId66" Type="http://schemas.openxmlformats.org/officeDocument/2006/relationships/slide" Target="slides/slide55.xml"/><Relationship Id="rId65" Type="http://schemas.openxmlformats.org/officeDocument/2006/relationships/slide" Target="slides/slide54.xml"/><Relationship Id="rId64" Type="http://schemas.openxmlformats.org/officeDocument/2006/relationships/slide" Target="slides/slide53.xml"/><Relationship Id="rId63" Type="http://schemas.openxmlformats.org/officeDocument/2006/relationships/slide" Target="slides/slide52.xml"/><Relationship Id="rId62" Type="http://schemas.openxmlformats.org/officeDocument/2006/relationships/slide" Target="slides/slide51.xml"/><Relationship Id="rId61" Type="http://schemas.openxmlformats.org/officeDocument/2006/relationships/slide" Target="slides/slide50.xml"/><Relationship Id="rId60" Type="http://schemas.openxmlformats.org/officeDocument/2006/relationships/slide" Target="slides/slide49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8.xml"/><Relationship Id="rId58" Type="http://schemas.openxmlformats.org/officeDocument/2006/relationships/slide" Target="slides/slide47.xml"/><Relationship Id="rId57" Type="http://schemas.openxmlformats.org/officeDocument/2006/relationships/slide" Target="slides/slide46.xml"/><Relationship Id="rId56" Type="http://schemas.openxmlformats.org/officeDocument/2006/relationships/slide" Target="slides/slide45.xml"/><Relationship Id="rId55" Type="http://schemas.openxmlformats.org/officeDocument/2006/relationships/slide" Target="slides/slide44.xml"/><Relationship Id="rId54" Type="http://schemas.openxmlformats.org/officeDocument/2006/relationships/slide" Target="slides/slide43.xml"/><Relationship Id="rId53" Type="http://schemas.openxmlformats.org/officeDocument/2006/relationships/slide" Target="slides/slide42.xml"/><Relationship Id="rId52" Type="http://schemas.openxmlformats.org/officeDocument/2006/relationships/slide" Target="slides/slide41.xml"/><Relationship Id="rId51" Type="http://schemas.openxmlformats.org/officeDocument/2006/relationships/slide" Target="slides/slide40.xml"/><Relationship Id="rId50" Type="http://schemas.openxmlformats.org/officeDocument/2006/relationships/slide" Target="slides/slide39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8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7" Type="http://schemas.openxmlformats.org/officeDocument/2006/relationships/commentAuthors" Target="commentAuthors.xml"/><Relationship Id="rId116" Type="http://schemas.openxmlformats.org/officeDocument/2006/relationships/tableStyles" Target="tableStyles.xml"/><Relationship Id="rId115" Type="http://schemas.openxmlformats.org/officeDocument/2006/relationships/viewProps" Target="viewProps.xml"/><Relationship Id="rId114" Type="http://schemas.openxmlformats.org/officeDocument/2006/relationships/presProps" Target="presProps.xml"/><Relationship Id="rId113" Type="http://schemas.openxmlformats.org/officeDocument/2006/relationships/handoutMaster" Target="handoutMasters/handoutMaster1.xml"/><Relationship Id="rId112" Type="http://schemas.openxmlformats.org/officeDocument/2006/relationships/slide" Target="slides/slide101.xml"/><Relationship Id="rId111" Type="http://schemas.openxmlformats.org/officeDocument/2006/relationships/slide" Target="slides/slide100.xml"/><Relationship Id="rId110" Type="http://schemas.openxmlformats.org/officeDocument/2006/relationships/slide" Target="slides/slide99.xml"/><Relationship Id="rId11" Type="http://schemas.openxmlformats.org/officeDocument/2006/relationships/slide" Target="slides/slide1.xml"/><Relationship Id="rId109" Type="http://schemas.openxmlformats.org/officeDocument/2006/relationships/slide" Target="slides/slide98.xml"/><Relationship Id="rId108" Type="http://schemas.openxmlformats.org/officeDocument/2006/relationships/slide" Target="slides/slide97.xml"/><Relationship Id="rId107" Type="http://schemas.openxmlformats.org/officeDocument/2006/relationships/slide" Target="slides/slide96.xml"/><Relationship Id="rId106" Type="http://schemas.openxmlformats.org/officeDocument/2006/relationships/slide" Target="slides/slide95.xml"/><Relationship Id="rId105" Type="http://schemas.openxmlformats.org/officeDocument/2006/relationships/slide" Target="slides/slide94.xml"/><Relationship Id="rId104" Type="http://schemas.openxmlformats.org/officeDocument/2006/relationships/slide" Target="slides/slide93.xml"/><Relationship Id="rId103" Type="http://schemas.openxmlformats.org/officeDocument/2006/relationships/slide" Target="slides/slide92.xml"/><Relationship Id="rId102" Type="http://schemas.openxmlformats.org/officeDocument/2006/relationships/slide" Target="slides/slide91.xml"/><Relationship Id="rId101" Type="http://schemas.openxmlformats.org/officeDocument/2006/relationships/slide" Target="slides/slide90.xml"/><Relationship Id="rId100" Type="http://schemas.openxmlformats.org/officeDocument/2006/relationships/slide" Target="slides/slide89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2F9BD2-FE88-4D45-BD8D-65D1F34B0AD4}" type="doc">
      <dgm:prSet loTypeId="lis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8DFEF381-1089-498A-A2E9-536EBD00BCA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Pandas</a:t>
          </a:r>
          <a:r>
            <a:rPr lang="en-US"/>
            <a:t/>
          </a:r>
          <a:endParaRPr lang="en-US"/>
        </a:p>
      </dgm:t>
    </dgm:pt>
    <dgm:pt modelId="{7BB104C5-5E13-4BA2-8795-D771D93EFD0B}" cxnId="{927A9E34-41E8-4164-9B7B-2CE42BD5A292}" type="parTrans">
      <dgm:prSet/>
      <dgm:spPr/>
      <dgm:t>
        <a:bodyPr/>
        <a:p>
          <a:endParaRPr lang="en-US"/>
        </a:p>
      </dgm:t>
    </dgm:pt>
    <dgm:pt modelId="{D8F41DAE-72AA-41BD-884F-BB8861ABB8ED}" cxnId="{927A9E34-41E8-4164-9B7B-2CE42BD5A292}" type="sibTrans">
      <dgm:prSet/>
      <dgm:spPr/>
      <dgm:t>
        <a:bodyPr/>
        <a:p>
          <a:endParaRPr lang="en-US"/>
        </a:p>
      </dgm:t>
    </dgm:pt>
    <dgm:pt modelId="{67856BDB-7B34-4717-A8DD-ED955D6E994B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DataFrame</a:t>
          </a:r>
          <a:r>
            <a:rPr lang="en-US"/>
            <a:t/>
          </a:r>
          <a:endParaRPr lang="en-US"/>
        </a:p>
      </dgm:t>
    </dgm:pt>
    <dgm:pt modelId="{772BA600-C67E-4B93-B4A5-0C0DECE788A8}" cxnId="{F887B3BC-3599-4D6C-89F9-FA5163D3EDB4}" type="parTrans">
      <dgm:prSet/>
      <dgm:spPr/>
      <dgm:t>
        <a:bodyPr/>
        <a:p>
          <a:endParaRPr lang="en-US"/>
        </a:p>
      </dgm:t>
    </dgm:pt>
    <dgm:pt modelId="{6E0A9D10-C2CB-4F7C-BF91-F881E97D27C2}" cxnId="{F887B3BC-3599-4D6C-89F9-FA5163D3EDB4}" type="sibTrans">
      <dgm:prSet/>
      <dgm:spPr/>
      <dgm:t>
        <a:bodyPr/>
        <a:p>
          <a:endParaRPr lang="en-US"/>
        </a:p>
      </dgm:t>
    </dgm:pt>
    <dgm:pt modelId="{EB099D45-42E4-4FB3-8BE3-22A72863D5FC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SparkCore</a:t>
          </a:r>
          <a:r>
            <a:rPr lang="en-US"/>
            <a:t/>
          </a:r>
          <a:endParaRPr lang="en-US"/>
        </a:p>
      </dgm:t>
    </dgm:pt>
    <dgm:pt modelId="{C2BA91CD-5382-45C0-B4F4-75094723F4D9}" cxnId="{AEDABA97-757C-455B-B67B-712AEE4832BB}" type="parTrans">
      <dgm:prSet/>
      <dgm:spPr/>
      <dgm:t>
        <a:bodyPr/>
        <a:p>
          <a:endParaRPr lang="en-US"/>
        </a:p>
      </dgm:t>
    </dgm:pt>
    <dgm:pt modelId="{973C65EF-E3B8-4CF5-B140-FEC5A74F0B0E}" cxnId="{AEDABA97-757C-455B-B67B-712AEE4832BB}" type="sibTrans">
      <dgm:prSet/>
      <dgm:spPr/>
      <dgm:t>
        <a:bodyPr/>
        <a:p>
          <a:endParaRPr lang="en-US"/>
        </a:p>
      </dgm:t>
    </dgm:pt>
    <dgm:pt modelId="{63116591-D397-40B5-AD45-C8FD7C1AD18F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RDD</a:t>
          </a:r>
          <a:r>
            <a:rPr lang="en-US"/>
            <a:t/>
          </a:r>
          <a:endParaRPr lang="en-US"/>
        </a:p>
      </dgm:t>
    </dgm:pt>
    <dgm:pt modelId="{35D9FDAB-90FC-4149-8FA1-C2011A738832}" cxnId="{5EE404FE-6733-4CA2-BB5C-CD07E0C6800C}" type="parTrans">
      <dgm:prSet/>
      <dgm:spPr/>
      <dgm:t>
        <a:bodyPr/>
        <a:p>
          <a:endParaRPr lang="en-US"/>
        </a:p>
      </dgm:t>
    </dgm:pt>
    <dgm:pt modelId="{B1B09198-8815-4821-8A77-DCC2993E3086}" cxnId="{5EE404FE-6733-4CA2-BB5C-CD07E0C6800C}" type="sibTrans">
      <dgm:prSet/>
      <dgm:spPr/>
      <dgm:t>
        <a:bodyPr/>
        <a:p>
          <a:endParaRPr lang="en-US"/>
        </a:p>
      </dgm:t>
    </dgm:pt>
    <dgm:pt modelId="{0C7614AF-FE1B-474B-8B3D-B1D06ACF75F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SparkSQL</a:t>
          </a:r>
          <a:r>
            <a:rPr lang="en-US"/>
            <a:t/>
          </a:r>
          <a:endParaRPr lang="en-US"/>
        </a:p>
      </dgm:t>
    </dgm:pt>
    <dgm:pt modelId="{6405A9A7-2A86-4BF1-8D9D-4D36DE3099F5}" cxnId="{21C606AF-B1DA-4188-9EC1-FE5F7263EB08}" type="parTrans">
      <dgm:prSet/>
      <dgm:spPr/>
      <dgm:t>
        <a:bodyPr/>
        <a:p>
          <a:endParaRPr lang="en-US"/>
        </a:p>
      </dgm:t>
    </dgm:pt>
    <dgm:pt modelId="{2043401E-454D-4886-ADA9-FCC81736E837}" cxnId="{21C606AF-B1DA-4188-9EC1-FE5F7263EB08}" type="sibTrans">
      <dgm:prSet/>
      <dgm:spPr/>
      <dgm:t>
        <a:bodyPr/>
        <a:p>
          <a:endParaRPr lang="en-US"/>
        </a:p>
      </dgm:t>
    </dgm:pt>
    <dgm:pt modelId="{1595198B-D222-4BF8-83BF-0D3CA5996A3E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DataFrame</a:t>
          </a:r>
          <a:r>
            <a:rPr lang="en-US"/>
            <a:t/>
          </a:r>
          <a:endParaRPr lang="en-US"/>
        </a:p>
      </dgm:t>
    </dgm:pt>
    <dgm:pt modelId="{9E050DE5-CBC7-4D41-8BB4-8999E754F806}" cxnId="{4A5AAEC5-98CD-433C-A8A6-D6A3AF59618B}" type="parTrans">
      <dgm:prSet/>
      <dgm:spPr/>
      <dgm:t>
        <a:bodyPr/>
        <a:p>
          <a:endParaRPr lang="en-US"/>
        </a:p>
      </dgm:t>
    </dgm:pt>
    <dgm:pt modelId="{1D266B9B-E78F-4C1C-9CA1-FAC55716A8D9}" cxnId="{4A5AAEC5-98CD-433C-A8A6-D6A3AF59618B}" type="sibTrans">
      <dgm:prSet/>
      <dgm:spPr/>
      <dgm:t>
        <a:bodyPr/>
        <a:p>
          <a:endParaRPr lang="en-US"/>
        </a:p>
      </dgm:t>
    </dgm:pt>
    <dgm:pt modelId="{CBB719A3-638C-41E0-B0EC-B22FA0508898}" type="pres">
      <dgm:prSet presAssocID="{982F9BD2-FE88-4D45-BD8D-65D1F34B0AD4}" presName="Name0" presStyleCnt="0">
        <dgm:presLayoutVars>
          <dgm:dir/>
          <dgm:animLvl val="lvl"/>
          <dgm:resizeHandles val="exact"/>
        </dgm:presLayoutVars>
      </dgm:prSet>
      <dgm:spPr/>
    </dgm:pt>
    <dgm:pt modelId="{53879FB3-2A34-4B19-A163-E7E5A2A61ED1}" type="pres">
      <dgm:prSet presAssocID="{8DFEF381-1089-498A-A2E9-536EBD00BCA1}" presName="linNode" presStyleCnt="0"/>
      <dgm:spPr/>
    </dgm:pt>
    <dgm:pt modelId="{BD6C8DA9-0F3A-464E-ACD2-6660B6C6E5C4}" type="pres">
      <dgm:prSet presAssocID="{8DFEF381-1089-498A-A2E9-536EBD00BCA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76AE918-ABC8-47B8-8DD8-96F195BFB5B5}" type="pres">
      <dgm:prSet presAssocID="{8DFEF381-1089-498A-A2E9-536EBD00BCA1}" presName="descendantText" presStyleLbl="alignAccFollowNode1" presStyleIdx="0" presStyleCnt="3">
        <dgm:presLayoutVars>
          <dgm:bulletEnabled val="1"/>
        </dgm:presLayoutVars>
      </dgm:prSet>
      <dgm:spPr/>
    </dgm:pt>
    <dgm:pt modelId="{FFE0819C-8AC4-4036-9C1A-1EC29F5C921E}" type="pres">
      <dgm:prSet presAssocID="{D8F41DAE-72AA-41BD-884F-BB8861ABB8ED}" presName="sp" presStyleCnt="0"/>
      <dgm:spPr/>
    </dgm:pt>
    <dgm:pt modelId="{F7591D7B-260A-4799-8396-533EFCB75BEB}" type="pres">
      <dgm:prSet presAssocID="{EB099D45-42E4-4FB3-8BE3-22A72863D5FC}" presName="linNode" presStyleCnt="0"/>
      <dgm:spPr/>
    </dgm:pt>
    <dgm:pt modelId="{F8FCFA27-1E37-47F3-819F-CCC620DE8027}" type="pres">
      <dgm:prSet presAssocID="{EB099D45-42E4-4FB3-8BE3-22A72863D5F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1799245-8A88-4DFD-8913-C5C978690807}" type="pres">
      <dgm:prSet presAssocID="{EB099D45-42E4-4FB3-8BE3-22A72863D5FC}" presName="descendantText" presStyleLbl="alignAccFollowNode1" presStyleIdx="1" presStyleCnt="3">
        <dgm:presLayoutVars>
          <dgm:bulletEnabled val="1"/>
        </dgm:presLayoutVars>
      </dgm:prSet>
      <dgm:spPr/>
    </dgm:pt>
    <dgm:pt modelId="{8DCDF6EC-DA1E-4BFB-B25A-DFA57323B4B5}" type="pres">
      <dgm:prSet presAssocID="{973C65EF-E3B8-4CF5-B140-FEC5A74F0B0E}" presName="sp" presStyleCnt="0"/>
      <dgm:spPr/>
    </dgm:pt>
    <dgm:pt modelId="{3F2BB2C1-5788-46C7-BBC7-A198D39677C4}" type="pres">
      <dgm:prSet presAssocID="{0C7614AF-FE1B-474B-8B3D-B1D06ACF75F6}" presName="linNode" presStyleCnt="0"/>
      <dgm:spPr/>
    </dgm:pt>
    <dgm:pt modelId="{F3A1F871-519C-4E76-89EE-B8DB3D0BD125}" type="pres">
      <dgm:prSet presAssocID="{0C7614AF-FE1B-474B-8B3D-B1D06ACF75F6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F00652BC-5530-4BD7-A5E2-D7101737A3B5}" type="pres">
      <dgm:prSet presAssocID="{0C7614AF-FE1B-474B-8B3D-B1D06ACF75F6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27A9E34-41E8-4164-9B7B-2CE42BD5A292}" srcId="{982F9BD2-FE88-4D45-BD8D-65D1F34B0AD4}" destId="{8DFEF381-1089-498A-A2E9-536EBD00BCA1}" srcOrd="0" destOrd="0" parTransId="{7BB104C5-5E13-4BA2-8795-D771D93EFD0B}" sibTransId="{D8F41DAE-72AA-41BD-884F-BB8861ABB8ED}"/>
    <dgm:cxn modelId="{F887B3BC-3599-4D6C-89F9-FA5163D3EDB4}" srcId="{8DFEF381-1089-498A-A2E9-536EBD00BCA1}" destId="{67856BDB-7B34-4717-A8DD-ED955D6E994B}" srcOrd="0" destOrd="0" parTransId="{772BA600-C67E-4B93-B4A5-0C0DECE788A8}" sibTransId="{6E0A9D10-C2CB-4F7C-BF91-F881E97D27C2}"/>
    <dgm:cxn modelId="{AEDABA97-757C-455B-B67B-712AEE4832BB}" srcId="{982F9BD2-FE88-4D45-BD8D-65D1F34B0AD4}" destId="{EB099D45-42E4-4FB3-8BE3-22A72863D5FC}" srcOrd="1" destOrd="0" parTransId="{C2BA91CD-5382-45C0-B4F4-75094723F4D9}" sibTransId="{973C65EF-E3B8-4CF5-B140-FEC5A74F0B0E}"/>
    <dgm:cxn modelId="{5EE404FE-6733-4CA2-BB5C-CD07E0C6800C}" srcId="{EB099D45-42E4-4FB3-8BE3-22A72863D5FC}" destId="{63116591-D397-40B5-AD45-C8FD7C1AD18F}" srcOrd="0" destOrd="1" parTransId="{35D9FDAB-90FC-4149-8FA1-C2011A738832}" sibTransId="{B1B09198-8815-4821-8A77-DCC2993E3086}"/>
    <dgm:cxn modelId="{21C606AF-B1DA-4188-9EC1-FE5F7263EB08}" srcId="{982F9BD2-FE88-4D45-BD8D-65D1F34B0AD4}" destId="{0C7614AF-FE1B-474B-8B3D-B1D06ACF75F6}" srcOrd="2" destOrd="0" parTransId="{6405A9A7-2A86-4BF1-8D9D-4D36DE3099F5}" sibTransId="{2043401E-454D-4886-ADA9-FCC81736E837}"/>
    <dgm:cxn modelId="{4A5AAEC5-98CD-433C-A8A6-D6A3AF59618B}" srcId="{0C7614AF-FE1B-474B-8B3D-B1D06ACF75F6}" destId="{1595198B-D222-4BF8-83BF-0D3CA5996A3E}" srcOrd="0" destOrd="2" parTransId="{9E050DE5-CBC7-4D41-8BB4-8999E754F806}" sibTransId="{1D266B9B-E78F-4C1C-9CA1-FAC55716A8D9}"/>
    <dgm:cxn modelId="{E6ECA257-3920-4C94-A47A-63F901ABD433}" type="presOf" srcId="{982F9BD2-FE88-4D45-BD8D-65D1F34B0AD4}" destId="{CBB719A3-638C-41E0-B0EC-B22FA0508898}" srcOrd="0" destOrd="0" presId="urn:microsoft.com/office/officeart/2005/8/layout/vList5"/>
    <dgm:cxn modelId="{BE051696-DC28-47EB-8580-FE0ED4ED48C7}" type="presParOf" srcId="{CBB719A3-638C-41E0-B0EC-B22FA0508898}" destId="{53879FB3-2A34-4B19-A163-E7E5A2A61ED1}" srcOrd="0" destOrd="0" presId="urn:microsoft.com/office/officeart/2005/8/layout/vList5"/>
    <dgm:cxn modelId="{365699EC-5BDB-477A-AE79-E9507F2A13BF}" type="presParOf" srcId="{53879FB3-2A34-4B19-A163-E7E5A2A61ED1}" destId="{BD6C8DA9-0F3A-464E-ACD2-6660B6C6E5C4}" srcOrd="0" destOrd="0" presId="urn:microsoft.com/office/officeart/2005/8/layout/vList5"/>
    <dgm:cxn modelId="{EB91E75A-40E8-40F2-85E8-AFFCFD32D850}" type="presOf" srcId="{8DFEF381-1089-498A-A2E9-536EBD00BCA1}" destId="{BD6C8DA9-0F3A-464E-ACD2-6660B6C6E5C4}" srcOrd="0" destOrd="0" presId="urn:microsoft.com/office/officeart/2005/8/layout/vList5"/>
    <dgm:cxn modelId="{E3F4BB22-C77F-42E0-8679-A48584B8A9BC}" type="presParOf" srcId="{53879FB3-2A34-4B19-A163-E7E5A2A61ED1}" destId="{D76AE918-ABC8-47B8-8DD8-96F195BFB5B5}" srcOrd="1" destOrd="0" presId="urn:microsoft.com/office/officeart/2005/8/layout/vList5"/>
    <dgm:cxn modelId="{7506005F-DB02-4E17-9D0D-A586A6BD914B}" type="presOf" srcId="{67856BDB-7B34-4717-A8DD-ED955D6E994B}" destId="{D76AE918-ABC8-47B8-8DD8-96F195BFB5B5}" srcOrd="0" destOrd="0" presId="urn:microsoft.com/office/officeart/2005/8/layout/vList5"/>
    <dgm:cxn modelId="{B948F2D7-C7BA-41C5-A54B-262AD2722572}" type="presParOf" srcId="{CBB719A3-638C-41E0-B0EC-B22FA0508898}" destId="{FFE0819C-8AC4-4036-9C1A-1EC29F5C921E}" srcOrd="1" destOrd="0" presId="urn:microsoft.com/office/officeart/2005/8/layout/vList5"/>
    <dgm:cxn modelId="{6D0EF253-B120-4245-8772-EFF03FB208BC}" type="presParOf" srcId="{CBB719A3-638C-41E0-B0EC-B22FA0508898}" destId="{F7591D7B-260A-4799-8396-533EFCB75BEB}" srcOrd="2" destOrd="0" presId="urn:microsoft.com/office/officeart/2005/8/layout/vList5"/>
    <dgm:cxn modelId="{F42D1276-8632-4E0D-B108-39A771DC4558}" type="presParOf" srcId="{F7591D7B-260A-4799-8396-533EFCB75BEB}" destId="{F8FCFA27-1E37-47F3-819F-CCC620DE8027}" srcOrd="0" destOrd="2" presId="urn:microsoft.com/office/officeart/2005/8/layout/vList5"/>
    <dgm:cxn modelId="{C472758A-7D9B-4017-B145-4410BEAC139E}" type="presOf" srcId="{EB099D45-42E4-4FB3-8BE3-22A72863D5FC}" destId="{F8FCFA27-1E37-47F3-819F-CCC620DE8027}" srcOrd="0" destOrd="0" presId="urn:microsoft.com/office/officeart/2005/8/layout/vList5"/>
    <dgm:cxn modelId="{3D21CEDE-AC79-4060-A90A-192CA613251B}" type="presParOf" srcId="{F7591D7B-260A-4799-8396-533EFCB75BEB}" destId="{B1799245-8A88-4DFD-8913-C5C978690807}" srcOrd="1" destOrd="2" presId="urn:microsoft.com/office/officeart/2005/8/layout/vList5"/>
    <dgm:cxn modelId="{C058473B-CE3D-4BB6-A74A-88A2D9307AB8}" type="presOf" srcId="{63116591-D397-40B5-AD45-C8FD7C1AD18F}" destId="{B1799245-8A88-4DFD-8913-C5C978690807}" srcOrd="0" destOrd="0" presId="urn:microsoft.com/office/officeart/2005/8/layout/vList5"/>
    <dgm:cxn modelId="{2B797AA6-0B6C-43AB-B865-F78C40B812E8}" type="presParOf" srcId="{CBB719A3-638C-41E0-B0EC-B22FA0508898}" destId="{8DCDF6EC-DA1E-4BFB-B25A-DFA57323B4B5}" srcOrd="3" destOrd="0" presId="urn:microsoft.com/office/officeart/2005/8/layout/vList5"/>
    <dgm:cxn modelId="{BBC081C7-004F-4F35-8FE5-F235FAC91EB8}" type="presParOf" srcId="{CBB719A3-638C-41E0-B0EC-B22FA0508898}" destId="{3F2BB2C1-5788-46C7-BBC7-A198D39677C4}" srcOrd="4" destOrd="0" presId="urn:microsoft.com/office/officeart/2005/8/layout/vList5"/>
    <dgm:cxn modelId="{31D8A4D5-3AFF-4A52-B951-91B75C70FB80}" type="presParOf" srcId="{3F2BB2C1-5788-46C7-BBC7-A198D39677C4}" destId="{F3A1F871-519C-4E76-89EE-B8DB3D0BD125}" srcOrd="0" destOrd="4" presId="urn:microsoft.com/office/officeart/2005/8/layout/vList5"/>
    <dgm:cxn modelId="{03BBA1DE-4981-43F1-B968-2C87391634EF}" type="presOf" srcId="{0C7614AF-FE1B-474B-8B3D-B1D06ACF75F6}" destId="{F3A1F871-519C-4E76-89EE-B8DB3D0BD125}" srcOrd="0" destOrd="0" presId="urn:microsoft.com/office/officeart/2005/8/layout/vList5"/>
    <dgm:cxn modelId="{05F92A7C-BA1C-4990-A042-0EA1C76AD9FC}" type="presParOf" srcId="{3F2BB2C1-5788-46C7-BBC7-A198D39677C4}" destId="{F00652BC-5530-4BD7-A5E2-D7101737A3B5}" srcOrd="1" destOrd="4" presId="urn:microsoft.com/office/officeart/2005/8/layout/vList5"/>
    <dgm:cxn modelId="{10BA9940-E92D-48A3-8B03-B424EE81E3FE}" type="presOf" srcId="{1595198B-D222-4BF8-83BF-0D3CA5996A3E}" destId="{F00652BC-5530-4BD7-A5E2-D7101737A3B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2F9BD2-FE88-4D45-BD8D-65D1F34B0AD4}" type="doc">
      <dgm:prSet loTypeId="list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8DFEF381-1089-498A-A2E9-536EBD00BCA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SparkSQL For JVM</a:t>
          </a:r>
          <a:endParaRPr lang="en-US"/>
        </a:p>
      </dgm:t>
    </dgm:pt>
    <dgm:pt modelId="{7BB104C5-5E13-4BA2-8795-D771D93EFD0B}" cxnId="{FB34E60C-BB04-4E9D-86ED-5A6B1E180AB9}" type="parTrans">
      <dgm:prSet/>
      <dgm:spPr/>
      <dgm:t>
        <a:bodyPr/>
        <a:p>
          <a:endParaRPr lang="en-US"/>
        </a:p>
      </dgm:t>
    </dgm:pt>
    <dgm:pt modelId="{D8F41DAE-72AA-41BD-884F-BB8861ABB8ED}" cxnId="{FB34E60C-BB04-4E9D-86ED-5A6B1E180AB9}" type="sibTrans">
      <dgm:prSet/>
      <dgm:spPr/>
      <dgm:t>
        <a:bodyPr/>
        <a:p>
          <a:endParaRPr lang="en-US"/>
        </a:p>
      </dgm:t>
    </dgm:pt>
    <dgm:pt modelId="{67856BDB-7B34-4717-A8DD-ED955D6E994B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Dataset</a:t>
          </a:r>
          <a:endParaRPr lang="en-US"/>
        </a:p>
      </dgm:t>
    </dgm:pt>
    <dgm:pt modelId="{772BA600-C67E-4B93-B4A5-0C0DECE788A8}" cxnId="{C3B41F23-2349-4C3E-9071-9D228B149478}" type="parTrans">
      <dgm:prSet/>
      <dgm:spPr/>
      <dgm:t>
        <a:bodyPr/>
        <a:p>
          <a:endParaRPr lang="en-US"/>
        </a:p>
      </dgm:t>
    </dgm:pt>
    <dgm:pt modelId="{6E0A9D10-C2CB-4F7C-BF91-F881E97D27C2}" cxnId="{C3B41F23-2349-4C3E-9071-9D228B149478}" type="sibTrans">
      <dgm:prSet/>
      <dgm:spPr/>
      <dgm:t>
        <a:bodyPr/>
        <a:p>
          <a:endParaRPr lang="en-US"/>
        </a:p>
      </dgm:t>
    </dgm:pt>
    <dgm:pt modelId="{EB099D45-42E4-4FB3-8BE3-22A72863D5FC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SparkSQL For Python\R</a:t>
          </a:r>
          <a:endParaRPr lang="en-US"/>
        </a:p>
      </dgm:t>
    </dgm:pt>
    <dgm:pt modelId="{C2BA91CD-5382-45C0-B4F4-75094723F4D9}" cxnId="{9F47FD29-3469-468B-A18B-CC9CDD8C8859}" type="parTrans">
      <dgm:prSet/>
      <dgm:spPr/>
      <dgm:t>
        <a:bodyPr/>
        <a:p>
          <a:endParaRPr lang="en-US"/>
        </a:p>
      </dgm:t>
    </dgm:pt>
    <dgm:pt modelId="{973C65EF-E3B8-4CF5-B140-FEC5A74F0B0E}" cxnId="{9F47FD29-3469-468B-A18B-CC9CDD8C8859}" type="sibTrans">
      <dgm:prSet/>
      <dgm:spPr/>
      <dgm:t>
        <a:bodyPr/>
        <a:p>
          <a:endParaRPr lang="en-US"/>
        </a:p>
      </dgm:t>
    </dgm:pt>
    <dgm:pt modelId="{63116591-D397-40B5-AD45-C8FD7C1AD18F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DataFrame</a:t>
          </a:r>
          <a:endParaRPr lang="en-US"/>
        </a:p>
      </dgm:t>
    </dgm:pt>
    <dgm:pt modelId="{35D9FDAB-90FC-4149-8FA1-C2011A738832}" cxnId="{7BB15808-B6AA-4919-8A20-EFD1CD964C6D}" type="parTrans">
      <dgm:prSet/>
      <dgm:spPr/>
      <dgm:t>
        <a:bodyPr/>
        <a:p>
          <a:endParaRPr lang="en-US"/>
        </a:p>
      </dgm:t>
    </dgm:pt>
    <dgm:pt modelId="{B1B09198-8815-4821-8A77-DCC2993E3086}" cxnId="{7BB15808-B6AA-4919-8A20-EFD1CD964C6D}" type="sibTrans">
      <dgm:prSet/>
      <dgm:spPr/>
      <dgm:t>
        <a:bodyPr/>
        <a:p>
          <a:endParaRPr lang="en-US"/>
        </a:p>
      </dgm:t>
    </dgm:pt>
    <dgm:pt modelId="{CBB719A3-638C-41E0-B0EC-B22FA0508898}" type="pres">
      <dgm:prSet presAssocID="{982F9BD2-FE88-4D45-BD8D-65D1F34B0AD4}" presName="Name0" presStyleCnt="0">
        <dgm:presLayoutVars>
          <dgm:dir/>
          <dgm:animLvl val="lvl"/>
          <dgm:resizeHandles val="exact"/>
        </dgm:presLayoutVars>
      </dgm:prSet>
      <dgm:spPr/>
    </dgm:pt>
    <dgm:pt modelId="{53879FB3-2A34-4B19-A163-E7E5A2A61ED1}" type="pres">
      <dgm:prSet presAssocID="{8DFEF381-1089-498A-A2E9-536EBD00BCA1}" presName="linNode" presStyleCnt="0"/>
      <dgm:spPr/>
    </dgm:pt>
    <dgm:pt modelId="{BD6C8DA9-0F3A-464E-ACD2-6660B6C6E5C4}" type="pres">
      <dgm:prSet presAssocID="{8DFEF381-1089-498A-A2E9-536EBD00BCA1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76AE918-ABC8-47B8-8DD8-96F195BFB5B5}" type="pres">
      <dgm:prSet presAssocID="{8DFEF381-1089-498A-A2E9-536EBD00BCA1}" presName="descendantText" presStyleLbl="alignAccFollowNode1" presStyleIdx="0" presStyleCnt="2">
        <dgm:presLayoutVars>
          <dgm:bulletEnabled val="1"/>
        </dgm:presLayoutVars>
      </dgm:prSet>
      <dgm:spPr/>
    </dgm:pt>
    <dgm:pt modelId="{FFE0819C-8AC4-4036-9C1A-1EC29F5C921E}" type="pres">
      <dgm:prSet presAssocID="{D8F41DAE-72AA-41BD-884F-BB8861ABB8ED}" presName="sp" presStyleCnt="0"/>
      <dgm:spPr/>
    </dgm:pt>
    <dgm:pt modelId="{F7591D7B-260A-4799-8396-533EFCB75BEB}" type="pres">
      <dgm:prSet presAssocID="{EB099D45-42E4-4FB3-8BE3-22A72863D5FC}" presName="linNode" presStyleCnt="0"/>
      <dgm:spPr/>
    </dgm:pt>
    <dgm:pt modelId="{F8FCFA27-1E37-47F3-819F-CCC620DE8027}" type="pres">
      <dgm:prSet presAssocID="{EB099D45-42E4-4FB3-8BE3-22A72863D5FC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B1799245-8A88-4DFD-8913-C5C978690807}" type="pres">
      <dgm:prSet presAssocID="{EB099D45-42E4-4FB3-8BE3-22A72863D5FC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FB34E60C-BB04-4E9D-86ED-5A6B1E180AB9}" srcId="{982F9BD2-FE88-4D45-BD8D-65D1F34B0AD4}" destId="{8DFEF381-1089-498A-A2E9-536EBD00BCA1}" srcOrd="0" destOrd="0" parTransId="{7BB104C5-5E13-4BA2-8795-D771D93EFD0B}" sibTransId="{D8F41DAE-72AA-41BD-884F-BB8861ABB8ED}"/>
    <dgm:cxn modelId="{C3B41F23-2349-4C3E-9071-9D228B149478}" srcId="{8DFEF381-1089-498A-A2E9-536EBD00BCA1}" destId="{67856BDB-7B34-4717-A8DD-ED955D6E994B}" srcOrd="0" destOrd="0" parTransId="{772BA600-C67E-4B93-B4A5-0C0DECE788A8}" sibTransId="{6E0A9D10-C2CB-4F7C-BF91-F881E97D27C2}"/>
    <dgm:cxn modelId="{9F47FD29-3469-468B-A18B-CC9CDD8C8859}" srcId="{982F9BD2-FE88-4D45-BD8D-65D1F34B0AD4}" destId="{EB099D45-42E4-4FB3-8BE3-22A72863D5FC}" srcOrd="1" destOrd="0" parTransId="{C2BA91CD-5382-45C0-B4F4-75094723F4D9}" sibTransId="{973C65EF-E3B8-4CF5-B140-FEC5A74F0B0E}"/>
    <dgm:cxn modelId="{7BB15808-B6AA-4919-8A20-EFD1CD964C6D}" srcId="{EB099D45-42E4-4FB3-8BE3-22A72863D5FC}" destId="{63116591-D397-40B5-AD45-C8FD7C1AD18F}" srcOrd="0" destOrd="1" parTransId="{35D9FDAB-90FC-4149-8FA1-C2011A738832}" sibTransId="{B1B09198-8815-4821-8A77-DCC2993E3086}"/>
    <dgm:cxn modelId="{1DA80755-BC2A-4181-BEEA-7FBDD9F66731}" type="presOf" srcId="{982F9BD2-FE88-4D45-BD8D-65D1F34B0AD4}" destId="{CBB719A3-638C-41E0-B0EC-B22FA0508898}" srcOrd="0" destOrd="0" presId="urn:microsoft.com/office/officeart/2005/8/layout/vList5"/>
    <dgm:cxn modelId="{887AD9C7-360A-4DD3-9BED-7737F9C853A3}" type="presParOf" srcId="{CBB719A3-638C-41E0-B0EC-B22FA0508898}" destId="{53879FB3-2A34-4B19-A163-E7E5A2A61ED1}" srcOrd="0" destOrd="0" presId="urn:microsoft.com/office/officeart/2005/8/layout/vList5"/>
    <dgm:cxn modelId="{B30D8472-94B9-4B9D-8DAE-90FE2AB10A42}" type="presParOf" srcId="{53879FB3-2A34-4B19-A163-E7E5A2A61ED1}" destId="{BD6C8DA9-0F3A-464E-ACD2-6660B6C6E5C4}" srcOrd="0" destOrd="0" presId="urn:microsoft.com/office/officeart/2005/8/layout/vList5"/>
    <dgm:cxn modelId="{5FA3DF39-30AC-4A20-B9FE-E8908F4530CA}" type="presOf" srcId="{8DFEF381-1089-498A-A2E9-536EBD00BCA1}" destId="{BD6C8DA9-0F3A-464E-ACD2-6660B6C6E5C4}" srcOrd="0" destOrd="0" presId="urn:microsoft.com/office/officeart/2005/8/layout/vList5"/>
    <dgm:cxn modelId="{BC257217-98CE-4116-B054-48B8686A9243}" type="presParOf" srcId="{53879FB3-2A34-4B19-A163-E7E5A2A61ED1}" destId="{D76AE918-ABC8-47B8-8DD8-96F195BFB5B5}" srcOrd="1" destOrd="0" presId="urn:microsoft.com/office/officeart/2005/8/layout/vList5"/>
    <dgm:cxn modelId="{D1282C25-7C30-498C-8AA4-5A11FF1CD2CF}" type="presOf" srcId="{67856BDB-7B34-4717-A8DD-ED955D6E994B}" destId="{D76AE918-ABC8-47B8-8DD8-96F195BFB5B5}" srcOrd="0" destOrd="0" presId="urn:microsoft.com/office/officeart/2005/8/layout/vList5"/>
    <dgm:cxn modelId="{A20B4B1C-8430-44D7-B5EB-CFD30C85BA2D}" type="presParOf" srcId="{CBB719A3-638C-41E0-B0EC-B22FA0508898}" destId="{FFE0819C-8AC4-4036-9C1A-1EC29F5C921E}" srcOrd="1" destOrd="0" presId="urn:microsoft.com/office/officeart/2005/8/layout/vList5"/>
    <dgm:cxn modelId="{87B97EF0-AB28-4BEB-AEB4-9054EEC81414}" type="presParOf" srcId="{CBB719A3-638C-41E0-B0EC-B22FA0508898}" destId="{F7591D7B-260A-4799-8396-533EFCB75BEB}" srcOrd="2" destOrd="0" presId="urn:microsoft.com/office/officeart/2005/8/layout/vList5"/>
    <dgm:cxn modelId="{4347C748-F603-4F10-92E9-FDE147AD4CE3}" type="presParOf" srcId="{F7591D7B-260A-4799-8396-533EFCB75BEB}" destId="{F8FCFA27-1E37-47F3-819F-CCC620DE8027}" srcOrd="0" destOrd="2" presId="urn:microsoft.com/office/officeart/2005/8/layout/vList5"/>
    <dgm:cxn modelId="{4C64F0AC-561B-4463-B769-A4CDD4C6FAA5}" type="presOf" srcId="{EB099D45-42E4-4FB3-8BE3-22A72863D5FC}" destId="{F8FCFA27-1E37-47F3-819F-CCC620DE8027}" srcOrd="0" destOrd="0" presId="urn:microsoft.com/office/officeart/2005/8/layout/vList5"/>
    <dgm:cxn modelId="{D8F3B3C3-93DA-4459-900E-0F7B2CE6C763}" type="presParOf" srcId="{F7591D7B-260A-4799-8396-533EFCB75BEB}" destId="{B1799245-8A88-4DFD-8913-C5C978690807}" srcOrd="1" destOrd="2" presId="urn:microsoft.com/office/officeart/2005/8/layout/vList5"/>
    <dgm:cxn modelId="{C1716989-0B70-4D8F-AFD9-86FAD83C6CB7}" type="presOf" srcId="{63116591-D397-40B5-AD45-C8FD7C1AD18F}" destId="{B1799245-8A88-4DFD-8913-C5C97869080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D76233-2C52-45E9-94E8-FBDCAFC81AF1}" type="doc">
      <dgm:prSet loTypeId="cycle" loCatId="cycle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8E2A460B-45D3-4E20-A31D-4AFE676F0DD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RDD</a:t>
          </a:r>
          <a:r>
            <a:rPr lang="en-US"/>
            <a:t/>
          </a:r>
          <a:endParaRPr lang="en-US"/>
        </a:p>
      </dgm:t>
    </dgm:pt>
    <dgm:pt modelId="{40722E6B-70D7-49DD-BCDB-C5F5A53BB946}" cxnId="{EBBA2C78-4775-4920-9EFA-DBFCCBA57306}" type="parTrans">
      <dgm:prSet/>
      <dgm:spPr/>
      <dgm:t>
        <a:bodyPr/>
        <a:p>
          <a:endParaRPr lang="en-US"/>
        </a:p>
      </dgm:t>
    </dgm:pt>
    <dgm:pt modelId="{AC66A5CC-387D-4D7B-8E90-1B8214C2F261}" cxnId="{EBBA2C78-4775-4920-9EFA-DBFCCBA57306}" type="sibTrans">
      <dgm:prSet/>
      <dgm:spPr/>
      <dgm:t>
        <a:bodyPr/>
        <a:p>
          <a:endParaRPr lang="en-US"/>
        </a:p>
      </dgm:t>
    </dgm:pt>
    <dgm:pt modelId="{ECE2948F-862B-4CC3-B6BC-3E6415C7F5D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有分区</a:t>
          </a:r>
          <a:r>
            <a:rPr lang="zh-CN" altLang="en-US"/>
            <a:t>的</a:t>
          </a:r>
          <a:r>
            <a:rPr lang="zh-CN" altLang="en-US"/>
            <a:t/>
          </a:r>
          <a:endParaRPr lang="zh-CN" altLang="en-US"/>
        </a:p>
      </dgm:t>
    </dgm:pt>
    <dgm:pt modelId="{055F34F9-26B5-46B6-B947-B5718EF53A09}" cxnId="{D9634C47-1A3C-424F-BC3D-2680E12A3088}" type="parTrans">
      <dgm:prSet/>
      <dgm:spPr/>
      <dgm:t>
        <a:bodyPr/>
        <a:p>
          <a:endParaRPr lang="en-US"/>
        </a:p>
      </dgm:t>
    </dgm:pt>
    <dgm:pt modelId="{4116C939-0673-4613-8FA7-CB6FE7258301}" cxnId="{D9634C47-1A3C-424F-BC3D-2680E12A3088}" type="sibTrans">
      <dgm:prSet/>
      <dgm:spPr/>
      <dgm:t>
        <a:bodyPr/>
        <a:p>
          <a:endParaRPr lang="en-US"/>
        </a:p>
      </dgm:t>
    </dgm:pt>
    <dgm:pt modelId="{D34FE5D7-7525-4D59-ABC9-3998105E634C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>
              <a:solidFill>
                <a:srgbClr val="C00000"/>
              </a:solidFill>
            </a:rPr>
            <a:t>存储任意结构数据</a:t>
          </a:r>
          <a:r>
            <a:rPr lang="zh-CN" altLang="en-US" b="1">
              <a:solidFill>
                <a:srgbClr val="C00000"/>
              </a:solidFill>
            </a:rPr>
            <a:t/>
          </a:r>
          <a:endParaRPr lang="zh-CN" altLang="en-US" b="1">
            <a:solidFill>
              <a:srgbClr val="C00000"/>
            </a:solidFill>
          </a:endParaRPr>
        </a:p>
      </dgm:t>
    </dgm:pt>
    <dgm:pt modelId="{A96BE2DD-535A-47FD-A010-195BD3C076B9}" cxnId="{CC6526D5-0F45-48F0-A7C7-4639F2ACD16E}" type="parTrans">
      <dgm:prSet/>
      <dgm:spPr/>
      <dgm:t>
        <a:bodyPr/>
        <a:p>
          <a:endParaRPr lang="en-US"/>
        </a:p>
      </dgm:t>
    </dgm:pt>
    <dgm:pt modelId="{75EA9321-EAFA-4AF6-8313-8107E8EB3526}" cxnId="{CC6526D5-0F45-48F0-A7C7-4639F2ACD16E}" type="sibTrans">
      <dgm:prSet/>
      <dgm:spPr/>
      <dgm:t>
        <a:bodyPr/>
        <a:p>
          <a:endParaRPr lang="en-US"/>
        </a:p>
      </dgm:t>
    </dgm:pt>
    <dgm:pt modelId="{E17F1310-B4AD-4B57-8D9B-BF776721EA77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弹性</a:t>
          </a:r>
          <a:r>
            <a:rPr lang="zh-CN" altLang="en-US"/>
            <a:t>的</a:t>
          </a:r>
          <a:r>
            <a:rPr lang="zh-CN" altLang="en-US"/>
            <a:t/>
          </a:r>
          <a:endParaRPr lang="zh-CN" altLang="en-US"/>
        </a:p>
      </dgm:t>
    </dgm:pt>
    <dgm:pt modelId="{6BAC1755-6217-4715-99C2-D1422148265D}" cxnId="{59DEA74D-42B5-4F87-87E0-1486C0692B1E}" type="parTrans">
      <dgm:prSet/>
      <dgm:spPr/>
      <dgm:t>
        <a:bodyPr/>
        <a:p>
          <a:endParaRPr lang="en-US"/>
        </a:p>
      </dgm:t>
    </dgm:pt>
    <dgm:pt modelId="{925984A4-8E6F-4D28-B868-DBAB08F4BD28}" cxnId="{59DEA74D-42B5-4F87-87E0-1486C0692B1E}" type="sibTrans">
      <dgm:prSet/>
      <dgm:spPr/>
      <dgm:t>
        <a:bodyPr/>
        <a:p>
          <a:endParaRPr lang="en-US"/>
        </a:p>
      </dgm:t>
    </dgm:pt>
    <dgm:pt modelId="{468FA009-1E87-4539-85FA-5C28B78DD6E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分布式</a:t>
          </a:r>
          <a:r>
            <a:rPr lang="zh-CN" altLang="en-US"/>
            <a:t>的</a:t>
          </a:r>
          <a:r>
            <a:rPr lang="en-US"/>
            <a:t/>
          </a:r>
          <a:endParaRPr lang="en-US"/>
        </a:p>
      </dgm:t>
    </dgm:pt>
    <dgm:pt modelId="{F205FF88-2C9B-4658-BCAA-BEA6EB7393B2}" cxnId="{9896491A-3617-4A75-AE30-42EC075C0D1D}" type="parTrans">
      <dgm:prSet/>
      <dgm:spPr/>
      <dgm:t>
        <a:bodyPr/>
        <a:p>
          <a:endParaRPr lang="en-US"/>
        </a:p>
      </dgm:t>
    </dgm:pt>
    <dgm:pt modelId="{B5C730DE-1181-420B-A78D-195E914DCCF5}" cxnId="{9896491A-3617-4A75-AE30-42EC075C0D1D}" type="sibTrans">
      <dgm:prSet/>
      <dgm:spPr/>
      <dgm:t>
        <a:bodyPr/>
        <a:p>
          <a:endParaRPr lang="en-US"/>
        </a:p>
      </dgm:t>
    </dgm:pt>
    <dgm:pt modelId="{D5B7622F-17AC-467C-B10C-28C38C38C350}" type="pres">
      <dgm:prSet presAssocID="{37D76233-2C52-45E9-94E8-FBDCAFC81AF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ADECBB5-37EA-4668-8A2F-BD2C2902F22A}" type="pres">
      <dgm:prSet presAssocID="{8E2A460B-45D3-4E20-A31D-4AFE676F0DDA}" presName="centerShape" presStyleLbl="node0" presStyleIdx="0" presStyleCnt="1"/>
      <dgm:spPr/>
    </dgm:pt>
    <dgm:pt modelId="{C2E7DEFD-0505-42BF-AE13-B6483BF86572}" type="pres">
      <dgm:prSet presAssocID="{ECE2948F-862B-4CC3-B6BC-3E6415C7F5DD}" presName="node" presStyleLbl="node1" presStyleIdx="0" presStyleCnt="4">
        <dgm:presLayoutVars>
          <dgm:bulletEnabled val="1"/>
        </dgm:presLayoutVars>
      </dgm:prSet>
      <dgm:spPr/>
    </dgm:pt>
    <dgm:pt modelId="{45046E67-FA41-4C32-9E33-BDDDFBBF1D6A}" type="pres">
      <dgm:prSet presAssocID="{ECE2948F-862B-4CC3-B6BC-3E6415C7F5DD}" presName="dummy" presStyleCnt="0"/>
      <dgm:spPr/>
    </dgm:pt>
    <dgm:pt modelId="{F3596884-C09F-4C70-900E-D61864BED5F1}" type="pres">
      <dgm:prSet presAssocID="{4116C939-0673-4613-8FA7-CB6FE7258301}" presName="sibTrans" presStyleLbl="sibTrans2D1" presStyleIdx="0" presStyleCnt="4"/>
      <dgm:spPr/>
    </dgm:pt>
    <dgm:pt modelId="{44F31994-0027-4DC3-B39E-FEE01FB1A852}" type="pres">
      <dgm:prSet presAssocID="{D34FE5D7-7525-4D59-ABC9-3998105E634C}" presName="node" presStyleLbl="node1" presStyleIdx="1" presStyleCnt="4">
        <dgm:presLayoutVars>
          <dgm:bulletEnabled val="1"/>
        </dgm:presLayoutVars>
      </dgm:prSet>
      <dgm:spPr/>
    </dgm:pt>
    <dgm:pt modelId="{C6A1073C-AEB6-41D2-8257-B02F52AE6460}" type="pres">
      <dgm:prSet presAssocID="{D34FE5D7-7525-4D59-ABC9-3998105E634C}" presName="dummy" presStyleCnt="0"/>
      <dgm:spPr/>
    </dgm:pt>
    <dgm:pt modelId="{15715456-3418-4DF0-AF3A-DA59307B110D}" type="pres">
      <dgm:prSet presAssocID="{75EA9321-EAFA-4AF6-8313-8107E8EB3526}" presName="sibTrans" presStyleLbl="sibTrans2D1" presStyleIdx="1" presStyleCnt="4"/>
      <dgm:spPr/>
    </dgm:pt>
    <dgm:pt modelId="{0DA4B7DF-BD6B-46E8-940A-69050C019BB3}" type="pres">
      <dgm:prSet presAssocID="{E17F1310-B4AD-4B57-8D9B-BF776721EA77}" presName="node" presStyleLbl="node1" presStyleIdx="2" presStyleCnt="4">
        <dgm:presLayoutVars>
          <dgm:bulletEnabled val="1"/>
        </dgm:presLayoutVars>
      </dgm:prSet>
      <dgm:spPr/>
    </dgm:pt>
    <dgm:pt modelId="{9268D1C0-A139-4893-A300-CF509D15352B}" type="pres">
      <dgm:prSet presAssocID="{E17F1310-B4AD-4B57-8D9B-BF776721EA77}" presName="dummy" presStyleCnt="0"/>
      <dgm:spPr/>
    </dgm:pt>
    <dgm:pt modelId="{EBDCA107-8C73-4044-AC95-50DA28B759A8}" type="pres">
      <dgm:prSet presAssocID="{925984A4-8E6F-4D28-B868-DBAB08F4BD28}" presName="sibTrans" presStyleLbl="sibTrans2D1" presStyleIdx="2" presStyleCnt="4"/>
      <dgm:spPr/>
    </dgm:pt>
    <dgm:pt modelId="{F539A410-44AA-4A02-9F1B-997DD2B71E87}" type="pres">
      <dgm:prSet presAssocID="{468FA009-1E87-4539-85FA-5C28B78DD6E9}" presName="node" presStyleLbl="node1" presStyleIdx="3" presStyleCnt="4">
        <dgm:presLayoutVars>
          <dgm:bulletEnabled val="1"/>
        </dgm:presLayoutVars>
      </dgm:prSet>
      <dgm:spPr/>
    </dgm:pt>
    <dgm:pt modelId="{2B016566-AAE3-46FD-A114-7C13E71734EF}" type="pres">
      <dgm:prSet presAssocID="{468FA009-1E87-4539-85FA-5C28B78DD6E9}" presName="dummy" presStyleCnt="0"/>
      <dgm:spPr/>
    </dgm:pt>
    <dgm:pt modelId="{B5FF6E04-452A-4146-97F4-3BC94EB5BB87}" type="pres">
      <dgm:prSet presAssocID="{B5C730DE-1181-420B-A78D-195E914DCCF5}" presName="sibTrans" presStyleLbl="sibTrans2D1" presStyleIdx="3" presStyleCnt="4"/>
      <dgm:spPr/>
    </dgm:pt>
  </dgm:ptLst>
  <dgm:cxnLst>
    <dgm:cxn modelId="{EBBA2C78-4775-4920-9EFA-DBFCCBA57306}" srcId="{37D76233-2C52-45E9-94E8-FBDCAFC81AF1}" destId="{8E2A460B-45D3-4E20-A31D-4AFE676F0DDA}" srcOrd="0" destOrd="0" parTransId="{40722E6B-70D7-49DD-BCDB-C5F5A53BB946}" sibTransId="{AC66A5CC-387D-4D7B-8E90-1B8214C2F261}"/>
    <dgm:cxn modelId="{D9634C47-1A3C-424F-BC3D-2680E12A3088}" srcId="{8E2A460B-45D3-4E20-A31D-4AFE676F0DDA}" destId="{ECE2948F-862B-4CC3-B6BC-3E6415C7F5DD}" srcOrd="0" destOrd="0" parTransId="{055F34F9-26B5-46B6-B947-B5718EF53A09}" sibTransId="{4116C939-0673-4613-8FA7-CB6FE7258301}"/>
    <dgm:cxn modelId="{CC6526D5-0F45-48F0-A7C7-4639F2ACD16E}" srcId="{8E2A460B-45D3-4E20-A31D-4AFE676F0DDA}" destId="{D34FE5D7-7525-4D59-ABC9-3998105E634C}" srcOrd="1" destOrd="0" parTransId="{A96BE2DD-535A-47FD-A010-195BD3C076B9}" sibTransId="{75EA9321-EAFA-4AF6-8313-8107E8EB3526}"/>
    <dgm:cxn modelId="{59DEA74D-42B5-4F87-87E0-1486C0692B1E}" srcId="{8E2A460B-45D3-4E20-A31D-4AFE676F0DDA}" destId="{E17F1310-B4AD-4B57-8D9B-BF776721EA77}" srcOrd="2" destOrd="0" parTransId="{6BAC1755-6217-4715-99C2-D1422148265D}" sibTransId="{925984A4-8E6F-4D28-B868-DBAB08F4BD28}"/>
    <dgm:cxn modelId="{9896491A-3617-4A75-AE30-42EC075C0D1D}" srcId="{8E2A460B-45D3-4E20-A31D-4AFE676F0DDA}" destId="{468FA009-1E87-4539-85FA-5C28B78DD6E9}" srcOrd="3" destOrd="0" parTransId="{F205FF88-2C9B-4658-BCAA-BEA6EB7393B2}" sibTransId="{B5C730DE-1181-420B-A78D-195E914DCCF5}"/>
    <dgm:cxn modelId="{4E61036E-F631-43F0-9C76-8962C9013D19}" type="presOf" srcId="{37D76233-2C52-45E9-94E8-FBDCAFC81AF1}" destId="{D5B7622F-17AC-467C-B10C-28C38C38C350}" srcOrd="0" destOrd="0" presId="urn:microsoft.com/office/officeart/2005/8/layout/radial6"/>
    <dgm:cxn modelId="{7125C562-5031-4ED1-A3F8-3013DBDC1773}" type="presParOf" srcId="{D5B7622F-17AC-467C-B10C-28C38C38C350}" destId="{BADECBB5-37EA-4668-8A2F-BD2C2902F22A}" srcOrd="0" destOrd="0" presId="urn:microsoft.com/office/officeart/2005/8/layout/radial6"/>
    <dgm:cxn modelId="{2433D9E3-3729-4043-A7B0-13B9C3DA3C5A}" type="presOf" srcId="{8E2A460B-45D3-4E20-A31D-4AFE676F0DDA}" destId="{BADECBB5-37EA-4668-8A2F-BD2C2902F22A}" srcOrd="0" destOrd="0" presId="urn:microsoft.com/office/officeart/2005/8/layout/radial6"/>
    <dgm:cxn modelId="{A6839E6F-1703-459F-AEF7-076905D13F00}" type="presParOf" srcId="{D5B7622F-17AC-467C-B10C-28C38C38C350}" destId="{C2E7DEFD-0505-42BF-AE13-B6483BF86572}" srcOrd="1" destOrd="0" presId="urn:microsoft.com/office/officeart/2005/8/layout/radial6"/>
    <dgm:cxn modelId="{C4104645-7413-4B85-BF7A-D99120425B46}" type="presOf" srcId="{ECE2948F-862B-4CC3-B6BC-3E6415C7F5DD}" destId="{C2E7DEFD-0505-42BF-AE13-B6483BF86572}" srcOrd="0" destOrd="0" presId="urn:microsoft.com/office/officeart/2005/8/layout/radial6"/>
    <dgm:cxn modelId="{CEDDF107-C06B-40A3-8E4B-2DEB90889472}" type="presParOf" srcId="{D5B7622F-17AC-467C-B10C-28C38C38C350}" destId="{45046E67-FA41-4C32-9E33-BDDDFBBF1D6A}" srcOrd="2" destOrd="0" presId="urn:microsoft.com/office/officeart/2005/8/layout/radial6"/>
    <dgm:cxn modelId="{8F24D9DD-BB3A-4582-A2B7-93AE2C2BB36B}" type="presParOf" srcId="{D5B7622F-17AC-467C-B10C-28C38C38C350}" destId="{F3596884-C09F-4C70-900E-D61864BED5F1}" srcOrd="3" destOrd="0" presId="urn:microsoft.com/office/officeart/2005/8/layout/radial6"/>
    <dgm:cxn modelId="{8A5AECB2-51F6-496D-BCA4-7D8C383B21B4}" type="presOf" srcId="{4116C939-0673-4613-8FA7-CB6FE7258301}" destId="{F3596884-C09F-4C70-900E-D61864BED5F1}" srcOrd="0" destOrd="0" presId="urn:microsoft.com/office/officeart/2005/8/layout/radial6"/>
    <dgm:cxn modelId="{DFAD6925-7A50-4798-80E5-37C68B79CB11}" type="presParOf" srcId="{D5B7622F-17AC-467C-B10C-28C38C38C350}" destId="{44F31994-0027-4DC3-B39E-FEE01FB1A852}" srcOrd="4" destOrd="0" presId="urn:microsoft.com/office/officeart/2005/8/layout/radial6"/>
    <dgm:cxn modelId="{38E6C9D4-9DDD-4B37-9854-C7D43A9D4AE7}" type="presOf" srcId="{D34FE5D7-7525-4D59-ABC9-3998105E634C}" destId="{44F31994-0027-4DC3-B39E-FEE01FB1A852}" srcOrd="0" destOrd="0" presId="urn:microsoft.com/office/officeart/2005/8/layout/radial6"/>
    <dgm:cxn modelId="{0316EE55-F7EA-4D39-9C54-BB678EABF72A}" type="presParOf" srcId="{D5B7622F-17AC-467C-B10C-28C38C38C350}" destId="{C6A1073C-AEB6-41D2-8257-B02F52AE6460}" srcOrd="5" destOrd="0" presId="urn:microsoft.com/office/officeart/2005/8/layout/radial6"/>
    <dgm:cxn modelId="{004E68FC-797C-4550-AC04-8338A9236777}" type="presParOf" srcId="{D5B7622F-17AC-467C-B10C-28C38C38C350}" destId="{15715456-3418-4DF0-AF3A-DA59307B110D}" srcOrd="6" destOrd="0" presId="urn:microsoft.com/office/officeart/2005/8/layout/radial6"/>
    <dgm:cxn modelId="{F25F1033-4D62-4278-B689-EDC57E1ED69B}" type="presOf" srcId="{75EA9321-EAFA-4AF6-8313-8107E8EB3526}" destId="{15715456-3418-4DF0-AF3A-DA59307B110D}" srcOrd="0" destOrd="0" presId="urn:microsoft.com/office/officeart/2005/8/layout/radial6"/>
    <dgm:cxn modelId="{FEF6E7A0-75C6-40FB-951A-F157AE7CF86C}" type="presParOf" srcId="{D5B7622F-17AC-467C-B10C-28C38C38C350}" destId="{0DA4B7DF-BD6B-46E8-940A-69050C019BB3}" srcOrd="7" destOrd="0" presId="urn:microsoft.com/office/officeart/2005/8/layout/radial6"/>
    <dgm:cxn modelId="{AA668EDC-5347-4E12-9CAE-9506F6E4E6F4}" type="presOf" srcId="{E17F1310-B4AD-4B57-8D9B-BF776721EA77}" destId="{0DA4B7DF-BD6B-46E8-940A-69050C019BB3}" srcOrd="0" destOrd="0" presId="urn:microsoft.com/office/officeart/2005/8/layout/radial6"/>
    <dgm:cxn modelId="{A8533605-4D95-452E-9C8A-301ADDF0986C}" type="presParOf" srcId="{D5B7622F-17AC-467C-B10C-28C38C38C350}" destId="{9268D1C0-A139-4893-A300-CF509D15352B}" srcOrd="8" destOrd="0" presId="urn:microsoft.com/office/officeart/2005/8/layout/radial6"/>
    <dgm:cxn modelId="{78AD2BDE-F836-462C-A7A2-C00CE90E5C5E}" type="presParOf" srcId="{D5B7622F-17AC-467C-B10C-28C38C38C350}" destId="{EBDCA107-8C73-4044-AC95-50DA28B759A8}" srcOrd="9" destOrd="0" presId="urn:microsoft.com/office/officeart/2005/8/layout/radial6"/>
    <dgm:cxn modelId="{A72A8530-CF25-4445-A68C-2DDBC3E956EE}" type="presOf" srcId="{925984A4-8E6F-4D28-B868-DBAB08F4BD28}" destId="{EBDCA107-8C73-4044-AC95-50DA28B759A8}" srcOrd="0" destOrd="0" presId="urn:microsoft.com/office/officeart/2005/8/layout/radial6"/>
    <dgm:cxn modelId="{861D3086-7E40-41D1-B0AF-D7D139C2EA0D}" type="presParOf" srcId="{D5B7622F-17AC-467C-B10C-28C38C38C350}" destId="{F539A410-44AA-4A02-9F1B-997DD2B71E87}" srcOrd="10" destOrd="0" presId="urn:microsoft.com/office/officeart/2005/8/layout/radial6"/>
    <dgm:cxn modelId="{67C725D9-CAE7-4341-8665-18AB237F3EF1}" type="presOf" srcId="{468FA009-1E87-4539-85FA-5C28B78DD6E9}" destId="{F539A410-44AA-4A02-9F1B-997DD2B71E87}" srcOrd="0" destOrd="0" presId="urn:microsoft.com/office/officeart/2005/8/layout/radial6"/>
    <dgm:cxn modelId="{74C429A7-DDB6-49BC-8B2B-B704C8E7425A}" type="presParOf" srcId="{D5B7622F-17AC-467C-B10C-28C38C38C350}" destId="{2B016566-AAE3-46FD-A114-7C13E71734EF}" srcOrd="11" destOrd="0" presId="urn:microsoft.com/office/officeart/2005/8/layout/radial6"/>
    <dgm:cxn modelId="{022059A6-A48F-4293-9296-48CA448BEB7E}" type="presParOf" srcId="{D5B7622F-17AC-467C-B10C-28C38C38C350}" destId="{B5FF6E04-452A-4146-97F4-3BC94EB5BB87}" srcOrd="12" destOrd="0" presId="urn:microsoft.com/office/officeart/2005/8/layout/radial6"/>
    <dgm:cxn modelId="{61C592E0-56F1-4033-B272-1840D7C361B3}" type="presOf" srcId="{B5C730DE-1181-420B-A78D-195E914DCCF5}" destId="{B5FF6E04-452A-4146-97F4-3BC94EB5BB87}" srcOrd="0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D76233-2C52-45E9-94E8-FBDCAFC81AF1}" type="doc">
      <dgm:prSet loTypeId="cycle" loCatId="cycle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8E2A460B-45D3-4E20-A31D-4AFE676F0DD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DataFrame</a:t>
          </a:r>
          <a:r>
            <a:rPr lang="en-US"/>
            <a:t/>
          </a:r>
          <a:endParaRPr lang="en-US"/>
        </a:p>
      </dgm:t>
    </dgm:pt>
    <dgm:pt modelId="{40722E6B-70D7-49DD-BCDB-C5F5A53BB946}" cxnId="{8B576AF4-D441-4AC5-921E-47EA0B2ACCD8}" type="parTrans">
      <dgm:prSet/>
      <dgm:spPr/>
      <dgm:t>
        <a:bodyPr/>
        <a:p>
          <a:endParaRPr lang="en-US"/>
        </a:p>
      </dgm:t>
    </dgm:pt>
    <dgm:pt modelId="{AC66A5CC-387D-4D7B-8E90-1B8214C2F261}" cxnId="{8B576AF4-D441-4AC5-921E-47EA0B2ACCD8}" type="sibTrans">
      <dgm:prSet/>
      <dgm:spPr/>
      <dgm:t>
        <a:bodyPr/>
        <a:p>
          <a:endParaRPr lang="en-US"/>
        </a:p>
      </dgm:t>
    </dgm:pt>
    <dgm:pt modelId="{ECE2948F-862B-4CC3-B6BC-3E6415C7F5D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有分区</a:t>
          </a:r>
          <a:r>
            <a:rPr lang="zh-CN" altLang="en-US"/>
            <a:t>的</a:t>
          </a:r>
          <a:r>
            <a:rPr lang="zh-CN" altLang="en-US"/>
            <a:t/>
          </a:r>
          <a:endParaRPr lang="zh-CN" altLang="en-US"/>
        </a:p>
      </dgm:t>
    </dgm:pt>
    <dgm:pt modelId="{055F34F9-26B5-46B6-B947-B5718EF53A09}" cxnId="{95835B5D-DBFD-44F2-8C38-F2B36D9F8461}" type="parTrans">
      <dgm:prSet/>
      <dgm:spPr/>
      <dgm:t>
        <a:bodyPr/>
        <a:p>
          <a:endParaRPr lang="en-US"/>
        </a:p>
      </dgm:t>
    </dgm:pt>
    <dgm:pt modelId="{4116C939-0673-4613-8FA7-CB6FE7258301}" cxnId="{95835B5D-DBFD-44F2-8C38-F2B36D9F8461}" type="sibTrans">
      <dgm:prSet/>
      <dgm:spPr/>
      <dgm:t>
        <a:bodyPr/>
        <a:p>
          <a:endParaRPr lang="en-US"/>
        </a:p>
      </dgm:t>
    </dgm:pt>
    <dgm:pt modelId="{D34FE5D7-7525-4D59-ABC9-3998105E634C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分布式</a:t>
          </a:r>
          <a:r>
            <a:rPr lang="zh-CN" altLang="en-US"/>
            <a:t>的</a:t>
          </a:r>
          <a:r>
            <a:rPr lang="zh-CN" altLang="en-US"/>
            <a:t/>
          </a:r>
          <a:endParaRPr lang="zh-CN" altLang="en-US"/>
        </a:p>
      </dgm:t>
    </dgm:pt>
    <dgm:pt modelId="{A96BE2DD-535A-47FD-A010-195BD3C076B9}" cxnId="{9B71C308-816F-461C-B397-14AD95BFF71D}" type="parTrans">
      <dgm:prSet/>
      <dgm:spPr/>
      <dgm:t>
        <a:bodyPr/>
        <a:p>
          <a:endParaRPr lang="en-US"/>
        </a:p>
      </dgm:t>
    </dgm:pt>
    <dgm:pt modelId="{75EA9321-EAFA-4AF6-8313-8107E8EB3526}" cxnId="{9B71C308-816F-461C-B397-14AD95BFF71D}" type="sibTrans">
      <dgm:prSet/>
      <dgm:spPr/>
      <dgm:t>
        <a:bodyPr/>
        <a:p>
          <a:endParaRPr lang="en-US"/>
        </a:p>
      </dgm:t>
    </dgm:pt>
    <dgm:pt modelId="{E17F1310-B4AD-4B57-8D9B-BF776721EA77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弹性</a:t>
          </a:r>
          <a:r>
            <a:rPr lang="zh-CN" altLang="en-US"/>
            <a:t>的</a:t>
          </a:r>
          <a:r>
            <a:rPr lang="zh-CN" altLang="en-US"/>
            <a:t/>
          </a:r>
          <a:endParaRPr lang="zh-CN" altLang="en-US"/>
        </a:p>
      </dgm:t>
    </dgm:pt>
    <dgm:pt modelId="{6BAC1755-6217-4715-99C2-D1422148265D}" cxnId="{DFA73ADB-BF7D-4F07-BAC6-12DA3167BEBD}" type="parTrans">
      <dgm:prSet/>
      <dgm:spPr/>
      <dgm:t>
        <a:bodyPr/>
        <a:p>
          <a:endParaRPr lang="en-US"/>
        </a:p>
      </dgm:t>
    </dgm:pt>
    <dgm:pt modelId="{925984A4-8E6F-4D28-B868-DBAB08F4BD28}" cxnId="{DFA73ADB-BF7D-4F07-BAC6-12DA3167BEBD}" type="sibTrans">
      <dgm:prSet/>
      <dgm:spPr/>
      <dgm:t>
        <a:bodyPr/>
        <a:p>
          <a:endParaRPr lang="en-US"/>
        </a:p>
      </dgm:t>
    </dgm:pt>
    <dgm:pt modelId="{468FA009-1E87-4539-85FA-5C28B78DD6E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>
              <a:solidFill>
                <a:srgbClr val="C00000"/>
              </a:solidFill>
            </a:rPr>
            <a:t>存储二维表结构数据</a:t>
          </a:r>
          <a:r>
            <a:rPr lang="zh-CN" altLang="en-US" sz="1400" b="1">
              <a:solidFill>
                <a:srgbClr val="C00000"/>
              </a:solidFill>
            </a:rPr>
            <a:t/>
          </a:r>
          <a:endParaRPr lang="zh-CN" altLang="en-US" sz="1400" b="1">
            <a:solidFill>
              <a:srgbClr val="C00000"/>
            </a:solidFill>
          </a:endParaRPr>
        </a:p>
      </dgm:t>
    </dgm:pt>
    <dgm:pt modelId="{F205FF88-2C9B-4658-BCAA-BEA6EB7393B2}" cxnId="{259F8FE3-EB2D-42C2-A27A-C885204A5A25}" type="parTrans">
      <dgm:prSet/>
      <dgm:spPr/>
      <dgm:t>
        <a:bodyPr/>
        <a:p>
          <a:endParaRPr lang="en-US"/>
        </a:p>
      </dgm:t>
    </dgm:pt>
    <dgm:pt modelId="{B5C730DE-1181-420B-A78D-195E914DCCF5}" cxnId="{259F8FE3-EB2D-42C2-A27A-C885204A5A25}" type="sibTrans">
      <dgm:prSet/>
      <dgm:spPr/>
      <dgm:t>
        <a:bodyPr/>
        <a:p>
          <a:endParaRPr lang="en-US"/>
        </a:p>
      </dgm:t>
    </dgm:pt>
    <dgm:pt modelId="{D5B7622F-17AC-467C-B10C-28C38C38C350}" type="pres">
      <dgm:prSet presAssocID="{37D76233-2C52-45E9-94E8-FBDCAFC81AF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ADECBB5-37EA-4668-8A2F-BD2C2902F22A}" type="pres">
      <dgm:prSet presAssocID="{8E2A460B-45D3-4E20-A31D-4AFE676F0DDA}" presName="centerShape" presStyleLbl="node0" presStyleIdx="0" presStyleCnt="1"/>
      <dgm:spPr/>
    </dgm:pt>
    <dgm:pt modelId="{C2E7DEFD-0505-42BF-AE13-B6483BF86572}" type="pres">
      <dgm:prSet presAssocID="{ECE2948F-862B-4CC3-B6BC-3E6415C7F5DD}" presName="node" presStyleLbl="node1" presStyleIdx="0" presStyleCnt="4">
        <dgm:presLayoutVars>
          <dgm:bulletEnabled val="1"/>
        </dgm:presLayoutVars>
      </dgm:prSet>
      <dgm:spPr/>
    </dgm:pt>
    <dgm:pt modelId="{45046E67-FA41-4C32-9E33-BDDDFBBF1D6A}" type="pres">
      <dgm:prSet presAssocID="{ECE2948F-862B-4CC3-B6BC-3E6415C7F5DD}" presName="dummy" presStyleCnt="0"/>
      <dgm:spPr/>
    </dgm:pt>
    <dgm:pt modelId="{F3596884-C09F-4C70-900E-D61864BED5F1}" type="pres">
      <dgm:prSet presAssocID="{4116C939-0673-4613-8FA7-CB6FE7258301}" presName="sibTrans" presStyleLbl="sibTrans2D1" presStyleIdx="0" presStyleCnt="4"/>
      <dgm:spPr/>
    </dgm:pt>
    <dgm:pt modelId="{44F31994-0027-4DC3-B39E-FEE01FB1A852}" type="pres">
      <dgm:prSet presAssocID="{D34FE5D7-7525-4D59-ABC9-3998105E634C}" presName="node" presStyleLbl="node1" presStyleIdx="1" presStyleCnt="4">
        <dgm:presLayoutVars>
          <dgm:bulletEnabled val="1"/>
        </dgm:presLayoutVars>
      </dgm:prSet>
      <dgm:spPr/>
    </dgm:pt>
    <dgm:pt modelId="{C6A1073C-AEB6-41D2-8257-B02F52AE6460}" type="pres">
      <dgm:prSet presAssocID="{D34FE5D7-7525-4D59-ABC9-3998105E634C}" presName="dummy" presStyleCnt="0"/>
      <dgm:spPr/>
    </dgm:pt>
    <dgm:pt modelId="{15715456-3418-4DF0-AF3A-DA59307B110D}" type="pres">
      <dgm:prSet presAssocID="{75EA9321-EAFA-4AF6-8313-8107E8EB3526}" presName="sibTrans" presStyleLbl="sibTrans2D1" presStyleIdx="1" presStyleCnt="4"/>
      <dgm:spPr/>
    </dgm:pt>
    <dgm:pt modelId="{0DA4B7DF-BD6B-46E8-940A-69050C019BB3}" type="pres">
      <dgm:prSet presAssocID="{E17F1310-B4AD-4B57-8D9B-BF776721EA77}" presName="node" presStyleLbl="node1" presStyleIdx="2" presStyleCnt="4">
        <dgm:presLayoutVars>
          <dgm:bulletEnabled val="1"/>
        </dgm:presLayoutVars>
      </dgm:prSet>
      <dgm:spPr/>
    </dgm:pt>
    <dgm:pt modelId="{9268D1C0-A139-4893-A300-CF509D15352B}" type="pres">
      <dgm:prSet presAssocID="{E17F1310-B4AD-4B57-8D9B-BF776721EA77}" presName="dummy" presStyleCnt="0"/>
      <dgm:spPr/>
    </dgm:pt>
    <dgm:pt modelId="{EBDCA107-8C73-4044-AC95-50DA28B759A8}" type="pres">
      <dgm:prSet presAssocID="{925984A4-8E6F-4D28-B868-DBAB08F4BD28}" presName="sibTrans" presStyleLbl="sibTrans2D1" presStyleIdx="2" presStyleCnt="4"/>
      <dgm:spPr/>
    </dgm:pt>
    <dgm:pt modelId="{F539A410-44AA-4A02-9F1B-997DD2B71E87}" type="pres">
      <dgm:prSet presAssocID="{468FA009-1E87-4539-85FA-5C28B78DD6E9}" presName="node" presStyleLbl="node1" presStyleIdx="3" presStyleCnt="4">
        <dgm:presLayoutVars>
          <dgm:bulletEnabled val="1"/>
        </dgm:presLayoutVars>
      </dgm:prSet>
      <dgm:spPr/>
    </dgm:pt>
    <dgm:pt modelId="{2B016566-AAE3-46FD-A114-7C13E71734EF}" type="pres">
      <dgm:prSet presAssocID="{468FA009-1E87-4539-85FA-5C28B78DD6E9}" presName="dummy" presStyleCnt="0"/>
      <dgm:spPr/>
    </dgm:pt>
    <dgm:pt modelId="{B5FF6E04-452A-4146-97F4-3BC94EB5BB87}" type="pres">
      <dgm:prSet presAssocID="{B5C730DE-1181-420B-A78D-195E914DCCF5}" presName="sibTrans" presStyleLbl="sibTrans2D1" presStyleIdx="3" presStyleCnt="4"/>
      <dgm:spPr/>
    </dgm:pt>
  </dgm:ptLst>
  <dgm:cxnLst>
    <dgm:cxn modelId="{8B576AF4-D441-4AC5-921E-47EA0B2ACCD8}" srcId="{37D76233-2C52-45E9-94E8-FBDCAFC81AF1}" destId="{8E2A460B-45D3-4E20-A31D-4AFE676F0DDA}" srcOrd="0" destOrd="0" parTransId="{40722E6B-70D7-49DD-BCDB-C5F5A53BB946}" sibTransId="{AC66A5CC-387D-4D7B-8E90-1B8214C2F261}"/>
    <dgm:cxn modelId="{95835B5D-DBFD-44F2-8C38-F2B36D9F8461}" srcId="{8E2A460B-45D3-4E20-A31D-4AFE676F0DDA}" destId="{ECE2948F-862B-4CC3-B6BC-3E6415C7F5DD}" srcOrd="0" destOrd="0" parTransId="{055F34F9-26B5-46B6-B947-B5718EF53A09}" sibTransId="{4116C939-0673-4613-8FA7-CB6FE7258301}"/>
    <dgm:cxn modelId="{9B71C308-816F-461C-B397-14AD95BFF71D}" srcId="{8E2A460B-45D3-4E20-A31D-4AFE676F0DDA}" destId="{D34FE5D7-7525-4D59-ABC9-3998105E634C}" srcOrd="1" destOrd="0" parTransId="{A96BE2DD-535A-47FD-A010-195BD3C076B9}" sibTransId="{75EA9321-EAFA-4AF6-8313-8107E8EB3526}"/>
    <dgm:cxn modelId="{DFA73ADB-BF7D-4F07-BAC6-12DA3167BEBD}" srcId="{8E2A460B-45D3-4E20-A31D-4AFE676F0DDA}" destId="{E17F1310-B4AD-4B57-8D9B-BF776721EA77}" srcOrd="2" destOrd="0" parTransId="{6BAC1755-6217-4715-99C2-D1422148265D}" sibTransId="{925984A4-8E6F-4D28-B868-DBAB08F4BD28}"/>
    <dgm:cxn modelId="{259F8FE3-EB2D-42C2-A27A-C885204A5A25}" srcId="{8E2A460B-45D3-4E20-A31D-4AFE676F0DDA}" destId="{468FA009-1E87-4539-85FA-5C28B78DD6E9}" srcOrd="3" destOrd="0" parTransId="{F205FF88-2C9B-4658-BCAA-BEA6EB7393B2}" sibTransId="{B5C730DE-1181-420B-A78D-195E914DCCF5}"/>
    <dgm:cxn modelId="{31A13443-A51B-45E3-968A-9A6130A897C6}" type="presOf" srcId="{37D76233-2C52-45E9-94E8-FBDCAFC81AF1}" destId="{D5B7622F-17AC-467C-B10C-28C38C38C350}" srcOrd="0" destOrd="0" presId="urn:microsoft.com/office/officeart/2005/8/layout/radial6"/>
    <dgm:cxn modelId="{18EBB737-9568-408B-A25B-6C4788168262}" type="presParOf" srcId="{D5B7622F-17AC-467C-B10C-28C38C38C350}" destId="{BADECBB5-37EA-4668-8A2F-BD2C2902F22A}" srcOrd="0" destOrd="0" presId="urn:microsoft.com/office/officeart/2005/8/layout/radial6"/>
    <dgm:cxn modelId="{557CA899-1B02-4D47-B3B3-927DB115895E}" type="presOf" srcId="{8E2A460B-45D3-4E20-A31D-4AFE676F0DDA}" destId="{BADECBB5-37EA-4668-8A2F-BD2C2902F22A}" srcOrd="0" destOrd="0" presId="urn:microsoft.com/office/officeart/2005/8/layout/radial6"/>
    <dgm:cxn modelId="{A3002FD5-1774-4500-9405-EA968B29A225}" type="presParOf" srcId="{D5B7622F-17AC-467C-B10C-28C38C38C350}" destId="{C2E7DEFD-0505-42BF-AE13-B6483BF86572}" srcOrd="1" destOrd="0" presId="urn:microsoft.com/office/officeart/2005/8/layout/radial6"/>
    <dgm:cxn modelId="{D7164A79-B6F0-4946-B865-36619773F426}" type="presOf" srcId="{ECE2948F-862B-4CC3-B6BC-3E6415C7F5DD}" destId="{C2E7DEFD-0505-42BF-AE13-B6483BF86572}" srcOrd="0" destOrd="0" presId="urn:microsoft.com/office/officeart/2005/8/layout/radial6"/>
    <dgm:cxn modelId="{D7069ECB-D85A-4C68-82D3-F484D479EADF}" type="presParOf" srcId="{D5B7622F-17AC-467C-B10C-28C38C38C350}" destId="{45046E67-FA41-4C32-9E33-BDDDFBBF1D6A}" srcOrd="2" destOrd="0" presId="urn:microsoft.com/office/officeart/2005/8/layout/radial6"/>
    <dgm:cxn modelId="{294A4C62-758F-4FC3-AD54-03E027EFC2C6}" type="presParOf" srcId="{D5B7622F-17AC-467C-B10C-28C38C38C350}" destId="{F3596884-C09F-4C70-900E-D61864BED5F1}" srcOrd="3" destOrd="0" presId="urn:microsoft.com/office/officeart/2005/8/layout/radial6"/>
    <dgm:cxn modelId="{8306FF82-2166-4832-9FA8-772A3D64DE12}" type="presOf" srcId="{4116C939-0673-4613-8FA7-CB6FE7258301}" destId="{F3596884-C09F-4C70-900E-D61864BED5F1}" srcOrd="0" destOrd="0" presId="urn:microsoft.com/office/officeart/2005/8/layout/radial6"/>
    <dgm:cxn modelId="{A408853D-4852-4438-AF7D-9478FF20B648}" type="presParOf" srcId="{D5B7622F-17AC-467C-B10C-28C38C38C350}" destId="{44F31994-0027-4DC3-B39E-FEE01FB1A852}" srcOrd="4" destOrd="0" presId="urn:microsoft.com/office/officeart/2005/8/layout/radial6"/>
    <dgm:cxn modelId="{DBA9620F-485A-4214-91BE-4009FD42967E}" type="presOf" srcId="{D34FE5D7-7525-4D59-ABC9-3998105E634C}" destId="{44F31994-0027-4DC3-B39E-FEE01FB1A852}" srcOrd="0" destOrd="0" presId="urn:microsoft.com/office/officeart/2005/8/layout/radial6"/>
    <dgm:cxn modelId="{566E31BE-689A-4703-A773-C484B96E0499}" type="presParOf" srcId="{D5B7622F-17AC-467C-B10C-28C38C38C350}" destId="{C6A1073C-AEB6-41D2-8257-B02F52AE6460}" srcOrd="5" destOrd="0" presId="urn:microsoft.com/office/officeart/2005/8/layout/radial6"/>
    <dgm:cxn modelId="{48740501-C124-4F97-A1BF-2DB882AD05C6}" type="presParOf" srcId="{D5B7622F-17AC-467C-B10C-28C38C38C350}" destId="{15715456-3418-4DF0-AF3A-DA59307B110D}" srcOrd="6" destOrd="0" presId="urn:microsoft.com/office/officeart/2005/8/layout/radial6"/>
    <dgm:cxn modelId="{66D113D5-BAF7-4AB3-BF2F-4418D7091883}" type="presOf" srcId="{75EA9321-EAFA-4AF6-8313-8107E8EB3526}" destId="{15715456-3418-4DF0-AF3A-DA59307B110D}" srcOrd="0" destOrd="0" presId="urn:microsoft.com/office/officeart/2005/8/layout/radial6"/>
    <dgm:cxn modelId="{EBDC4AFD-9E5D-491D-BBBD-3D73BE905AE3}" type="presParOf" srcId="{D5B7622F-17AC-467C-B10C-28C38C38C350}" destId="{0DA4B7DF-BD6B-46E8-940A-69050C019BB3}" srcOrd="7" destOrd="0" presId="urn:microsoft.com/office/officeart/2005/8/layout/radial6"/>
    <dgm:cxn modelId="{BCCAAF08-BF8E-45D2-A882-5EC76222C329}" type="presOf" srcId="{E17F1310-B4AD-4B57-8D9B-BF776721EA77}" destId="{0DA4B7DF-BD6B-46E8-940A-69050C019BB3}" srcOrd="0" destOrd="0" presId="urn:microsoft.com/office/officeart/2005/8/layout/radial6"/>
    <dgm:cxn modelId="{09849987-295C-4626-87C2-C9FF280475F0}" type="presParOf" srcId="{D5B7622F-17AC-467C-B10C-28C38C38C350}" destId="{9268D1C0-A139-4893-A300-CF509D15352B}" srcOrd="8" destOrd="0" presId="urn:microsoft.com/office/officeart/2005/8/layout/radial6"/>
    <dgm:cxn modelId="{7BBA9565-67B7-4F05-A295-368D5A258548}" type="presParOf" srcId="{D5B7622F-17AC-467C-B10C-28C38C38C350}" destId="{EBDCA107-8C73-4044-AC95-50DA28B759A8}" srcOrd="9" destOrd="0" presId="urn:microsoft.com/office/officeart/2005/8/layout/radial6"/>
    <dgm:cxn modelId="{4F1B7D3E-557D-419D-BD4A-228572C1FF4A}" type="presOf" srcId="{925984A4-8E6F-4D28-B868-DBAB08F4BD28}" destId="{EBDCA107-8C73-4044-AC95-50DA28B759A8}" srcOrd="0" destOrd="0" presId="urn:microsoft.com/office/officeart/2005/8/layout/radial6"/>
    <dgm:cxn modelId="{75539731-2016-40F6-857A-3B46D474A508}" type="presParOf" srcId="{D5B7622F-17AC-467C-B10C-28C38C38C350}" destId="{F539A410-44AA-4A02-9F1B-997DD2B71E87}" srcOrd="10" destOrd="0" presId="urn:microsoft.com/office/officeart/2005/8/layout/radial6"/>
    <dgm:cxn modelId="{CD4F851F-6F3D-464B-BECB-6916FFF0E033}" type="presOf" srcId="{468FA009-1E87-4539-85FA-5C28B78DD6E9}" destId="{F539A410-44AA-4A02-9F1B-997DD2B71E87}" srcOrd="0" destOrd="0" presId="urn:microsoft.com/office/officeart/2005/8/layout/radial6"/>
    <dgm:cxn modelId="{676A9B42-AB89-4CB0-BB89-C56BE5CB7268}" type="presParOf" srcId="{D5B7622F-17AC-467C-B10C-28C38C38C350}" destId="{2B016566-AAE3-46FD-A114-7C13E71734EF}" srcOrd="11" destOrd="0" presId="urn:microsoft.com/office/officeart/2005/8/layout/radial6"/>
    <dgm:cxn modelId="{41894BD8-EE77-4F9E-9A0C-CE0ED5DB3F8B}" type="presParOf" srcId="{D5B7622F-17AC-467C-B10C-28C38C38C350}" destId="{B5FF6E04-452A-4146-97F4-3BC94EB5BB87}" srcOrd="12" destOrd="0" presId="urn:microsoft.com/office/officeart/2005/8/layout/radial6"/>
    <dgm:cxn modelId="{071A63CA-FA1D-4548-87D7-79615EE79D99}" type="presOf" srcId="{B5C730DE-1181-420B-A78D-195E914DCCF5}" destId="{B5FF6E04-452A-4146-97F4-3BC94EB5BB87}" srcOrd="0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678805" cy="3785870"/>
        <a:chOff x="0" y="0"/>
        <a:chExt cx="5678805" cy="3785870"/>
      </a:xfrm>
    </dsp:grpSpPr>
    <dsp:sp modelId="{D76AE918-ABC8-47B8-8DD8-96F195BFB5B5}">
      <dsp:nvSpPr>
        <dsp:cNvPr id="4" name="Round Same Side Corner Rectangle 3"/>
        <dsp:cNvSpPr/>
      </dsp:nvSpPr>
      <dsp:spPr bwMode="white">
        <a:xfrm rot="5400000">
          <a:off x="3373088" y="-1206593"/>
          <a:ext cx="976999" cy="3634435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75260" tIns="87630" rIns="175260" bIns="87630" anchor="ctr"/>
        <a:lstStyle>
          <a:lvl1pPr algn="l">
            <a:defRPr sz="46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DataFrame</a:t>
          </a:r>
          <a:endParaRPr lang="en-US">
            <a:solidFill>
              <a:schemeClr val="dk1"/>
            </a:solidFill>
          </a:endParaRPr>
        </a:p>
      </dsp:txBody>
      <dsp:txXfrm rot="5400000">
        <a:off x="3373088" y="-1206593"/>
        <a:ext cx="976999" cy="3634435"/>
      </dsp:txXfrm>
    </dsp:sp>
    <dsp:sp modelId="{BD6C8DA9-0F3A-464E-ACD2-6660B6C6E5C4}">
      <dsp:nvSpPr>
        <dsp:cNvPr id="3" name="Rounded Rectangle 2"/>
        <dsp:cNvSpPr/>
      </dsp:nvSpPr>
      <dsp:spPr bwMode="white">
        <a:xfrm>
          <a:off x="0" y="0"/>
          <a:ext cx="2044370" cy="12212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Pandas</a:t>
          </a:r>
          <a:endParaRPr lang="en-US"/>
        </a:p>
      </dsp:txBody>
      <dsp:txXfrm>
        <a:off x="0" y="0"/>
        <a:ext cx="2044370" cy="1221248"/>
      </dsp:txXfrm>
    </dsp:sp>
    <dsp:sp modelId="{B1799245-8A88-4DFD-8913-C5C978690807}">
      <dsp:nvSpPr>
        <dsp:cNvPr id="6" name="Round Same Side Corner Rectangle 5"/>
        <dsp:cNvSpPr/>
      </dsp:nvSpPr>
      <dsp:spPr bwMode="white">
        <a:xfrm rot="5400000">
          <a:off x="3373088" y="75717"/>
          <a:ext cx="976999" cy="3634435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75260" tIns="87630" rIns="175260" bIns="87630" anchor="ctr"/>
        <a:lstStyle>
          <a:lvl1pPr algn="l">
            <a:defRPr sz="46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RDD</a:t>
          </a:r>
          <a:endParaRPr lang="en-US">
            <a:solidFill>
              <a:schemeClr val="dk1"/>
            </a:solidFill>
          </a:endParaRPr>
        </a:p>
      </dsp:txBody>
      <dsp:txXfrm rot="5400000">
        <a:off x="3373088" y="75717"/>
        <a:ext cx="976999" cy="3634435"/>
      </dsp:txXfrm>
    </dsp:sp>
    <dsp:sp modelId="{F8FCFA27-1E37-47F3-819F-CCC620DE8027}">
      <dsp:nvSpPr>
        <dsp:cNvPr id="5" name="Rounded Rectangle 4"/>
        <dsp:cNvSpPr/>
      </dsp:nvSpPr>
      <dsp:spPr bwMode="white">
        <a:xfrm>
          <a:off x="0" y="1282311"/>
          <a:ext cx="2044370" cy="12212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SparkCore</a:t>
          </a:r>
          <a:endParaRPr lang="en-US"/>
        </a:p>
      </dsp:txBody>
      <dsp:txXfrm>
        <a:off x="0" y="1282311"/>
        <a:ext cx="2044370" cy="1221248"/>
      </dsp:txXfrm>
    </dsp:sp>
    <dsp:sp modelId="{F00652BC-5530-4BD7-A5E2-D7101737A3B5}">
      <dsp:nvSpPr>
        <dsp:cNvPr id="9" name="Round Same Side Corner Rectangle 8"/>
        <dsp:cNvSpPr/>
      </dsp:nvSpPr>
      <dsp:spPr bwMode="white">
        <a:xfrm rot="5400000">
          <a:off x="3373088" y="1358028"/>
          <a:ext cx="976999" cy="3634435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75260" tIns="87630" rIns="175260" bIns="87630" anchor="ctr"/>
        <a:lstStyle>
          <a:lvl1pPr algn="l">
            <a:defRPr sz="46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DataFrame</a:t>
          </a:r>
          <a:endParaRPr lang="en-US">
            <a:solidFill>
              <a:schemeClr val="dk1"/>
            </a:solidFill>
          </a:endParaRPr>
        </a:p>
      </dsp:txBody>
      <dsp:txXfrm rot="5400000">
        <a:off x="3373088" y="1358028"/>
        <a:ext cx="976999" cy="3634435"/>
      </dsp:txXfrm>
    </dsp:sp>
    <dsp:sp modelId="{F3A1F871-519C-4E76-89EE-B8DB3D0BD125}">
      <dsp:nvSpPr>
        <dsp:cNvPr id="7" name="Rounded Rectangle 6"/>
        <dsp:cNvSpPr/>
      </dsp:nvSpPr>
      <dsp:spPr bwMode="white">
        <a:xfrm>
          <a:off x="0" y="2564622"/>
          <a:ext cx="2044370" cy="12212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SparkSQL</a:t>
          </a:r>
          <a:endParaRPr lang="en-US"/>
        </a:p>
      </dsp:txBody>
      <dsp:txXfrm>
        <a:off x="0" y="2564622"/>
        <a:ext cx="2044370" cy="12212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678805" cy="3785870"/>
        <a:chOff x="0" y="0"/>
        <a:chExt cx="5678805" cy="3785870"/>
      </a:xfrm>
    </dsp:grpSpPr>
    <dsp:sp modelId="{D76AE918-ABC8-47B8-8DD8-96F195BFB5B5}">
      <dsp:nvSpPr>
        <dsp:cNvPr id="4" name="Round Same Side Corner Rectangle 3"/>
        <dsp:cNvSpPr/>
      </dsp:nvSpPr>
      <dsp:spPr bwMode="white">
        <a:xfrm rot="5400000">
          <a:off x="3373088" y="-1206593"/>
          <a:ext cx="976999" cy="3634435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75260" tIns="87630" rIns="175260" bIns="87630" anchor="ctr"/>
        <a:lstStyle>
          <a:lvl1pPr algn="l">
            <a:defRPr sz="46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DataFrame</a:t>
          </a:r>
          <a:endParaRPr lang="en-US">
            <a:solidFill>
              <a:schemeClr val="dk1"/>
            </a:solidFill>
          </a:endParaRPr>
        </a:p>
      </dsp:txBody>
      <dsp:txXfrm rot="5400000">
        <a:off x="3373088" y="-1206593"/>
        <a:ext cx="976999" cy="3634435"/>
      </dsp:txXfrm>
    </dsp:sp>
    <dsp:sp modelId="{BD6C8DA9-0F3A-464E-ACD2-6660B6C6E5C4}">
      <dsp:nvSpPr>
        <dsp:cNvPr id="3" name="Rounded Rectangle 2"/>
        <dsp:cNvSpPr/>
      </dsp:nvSpPr>
      <dsp:spPr bwMode="white">
        <a:xfrm>
          <a:off x="0" y="0"/>
          <a:ext cx="2044370" cy="12212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Pandas</a:t>
          </a:r>
          <a:endParaRPr lang="en-US"/>
        </a:p>
      </dsp:txBody>
      <dsp:txXfrm>
        <a:off x="0" y="0"/>
        <a:ext cx="2044370" cy="1221248"/>
      </dsp:txXfrm>
    </dsp:sp>
    <dsp:sp modelId="{B1799245-8A88-4DFD-8913-C5C978690807}">
      <dsp:nvSpPr>
        <dsp:cNvPr id="6" name="Round Same Side Corner Rectangle 5"/>
        <dsp:cNvSpPr/>
      </dsp:nvSpPr>
      <dsp:spPr bwMode="white">
        <a:xfrm rot="5400000">
          <a:off x="3373088" y="75717"/>
          <a:ext cx="976999" cy="3634435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75260" tIns="87630" rIns="175260" bIns="87630" anchor="ctr"/>
        <a:lstStyle>
          <a:lvl1pPr algn="l">
            <a:defRPr sz="46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RDD</a:t>
          </a:r>
          <a:endParaRPr lang="en-US">
            <a:solidFill>
              <a:schemeClr val="dk1"/>
            </a:solidFill>
          </a:endParaRPr>
        </a:p>
      </dsp:txBody>
      <dsp:txXfrm rot="5400000">
        <a:off x="3373088" y="75717"/>
        <a:ext cx="976999" cy="3634435"/>
      </dsp:txXfrm>
    </dsp:sp>
    <dsp:sp modelId="{F8FCFA27-1E37-47F3-819F-CCC620DE8027}">
      <dsp:nvSpPr>
        <dsp:cNvPr id="5" name="Rounded Rectangle 4"/>
        <dsp:cNvSpPr/>
      </dsp:nvSpPr>
      <dsp:spPr bwMode="white">
        <a:xfrm>
          <a:off x="0" y="1282311"/>
          <a:ext cx="2044370" cy="12212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SparkCore</a:t>
          </a:r>
          <a:endParaRPr lang="en-US"/>
        </a:p>
      </dsp:txBody>
      <dsp:txXfrm>
        <a:off x="0" y="1282311"/>
        <a:ext cx="2044370" cy="1221248"/>
      </dsp:txXfrm>
    </dsp:sp>
    <dsp:sp modelId="{F00652BC-5530-4BD7-A5E2-D7101737A3B5}">
      <dsp:nvSpPr>
        <dsp:cNvPr id="9" name="Round Same Side Corner Rectangle 8"/>
        <dsp:cNvSpPr/>
      </dsp:nvSpPr>
      <dsp:spPr bwMode="white">
        <a:xfrm rot="5400000">
          <a:off x="3373088" y="1358028"/>
          <a:ext cx="976999" cy="3634435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75260" tIns="87630" rIns="175260" bIns="87630" anchor="ctr"/>
        <a:lstStyle>
          <a:lvl1pPr algn="l">
            <a:defRPr sz="4600"/>
          </a:lvl1pPr>
          <a:lvl2pPr marL="285750" indent="-285750" algn="l">
            <a:defRPr sz="4600"/>
          </a:lvl2pPr>
          <a:lvl3pPr marL="571500" indent="-285750" algn="l">
            <a:defRPr sz="4600"/>
          </a:lvl3pPr>
          <a:lvl4pPr marL="857250" indent="-285750" algn="l">
            <a:defRPr sz="4600"/>
          </a:lvl4pPr>
          <a:lvl5pPr marL="1143000" indent="-285750" algn="l">
            <a:defRPr sz="4600"/>
          </a:lvl5pPr>
          <a:lvl6pPr marL="1428750" indent="-285750" algn="l">
            <a:defRPr sz="4600"/>
          </a:lvl6pPr>
          <a:lvl7pPr marL="1714500" indent="-285750" algn="l">
            <a:defRPr sz="4600"/>
          </a:lvl7pPr>
          <a:lvl8pPr marL="2000250" indent="-285750" algn="l">
            <a:defRPr sz="4600"/>
          </a:lvl8pPr>
          <a:lvl9pPr marL="2286000" indent="-285750" algn="l">
            <a:defRPr sz="4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DataFrame</a:t>
          </a:r>
          <a:endParaRPr lang="en-US">
            <a:solidFill>
              <a:schemeClr val="dk1"/>
            </a:solidFill>
          </a:endParaRPr>
        </a:p>
      </dsp:txBody>
      <dsp:txXfrm rot="5400000">
        <a:off x="3373088" y="1358028"/>
        <a:ext cx="976999" cy="3634435"/>
      </dsp:txXfrm>
    </dsp:sp>
    <dsp:sp modelId="{F3A1F871-519C-4E76-89EE-B8DB3D0BD125}">
      <dsp:nvSpPr>
        <dsp:cNvPr id="7" name="Rounded Rectangle 6"/>
        <dsp:cNvSpPr/>
      </dsp:nvSpPr>
      <dsp:spPr bwMode="white">
        <a:xfrm>
          <a:off x="0" y="2564622"/>
          <a:ext cx="2044370" cy="1221248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6680" tIns="53340" rIns="106680" bIns="5334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SparkSQL</a:t>
          </a:r>
          <a:endParaRPr lang="en-US"/>
        </a:p>
      </dsp:txBody>
      <dsp:txXfrm>
        <a:off x="0" y="2564622"/>
        <a:ext cx="2044370" cy="12212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791835" cy="3860800"/>
        <a:chOff x="0" y="0"/>
        <a:chExt cx="5791835" cy="3860800"/>
      </a:xfrm>
    </dsp:grpSpPr>
    <dsp:sp modelId="{F3596884-C09F-4C70-900E-D61864BED5F1}">
      <dsp:nvSpPr>
        <dsp:cNvPr id="5" name="Block Arc 4"/>
        <dsp:cNvSpPr/>
      </dsp:nvSpPr>
      <dsp:spPr bwMode="white">
        <a:xfrm>
          <a:off x="1329692" y="364175"/>
          <a:ext cx="3132450" cy="3132450"/>
        </a:xfrm>
        <a:prstGeom prst="blockArc">
          <a:avLst>
            <a:gd name="adj1" fmla="val 16199999"/>
            <a:gd name="adj2" fmla="val 0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329692" y="364175"/>
        <a:ext cx="3132450" cy="3132450"/>
      </dsp:txXfrm>
    </dsp:sp>
    <dsp:sp modelId="{15715456-3418-4DF0-AF3A-DA59307B110D}">
      <dsp:nvSpPr>
        <dsp:cNvPr id="7" name="Block Arc 6"/>
        <dsp:cNvSpPr/>
      </dsp:nvSpPr>
      <dsp:spPr bwMode="white">
        <a:xfrm>
          <a:off x="1329692" y="364175"/>
          <a:ext cx="3132450" cy="3132450"/>
        </a:xfrm>
        <a:prstGeom prst="blockArc">
          <a:avLst>
            <a:gd name="adj1" fmla="val 0"/>
            <a:gd name="adj2" fmla="val 5400000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329692" y="364175"/>
        <a:ext cx="3132450" cy="3132450"/>
      </dsp:txXfrm>
    </dsp:sp>
    <dsp:sp modelId="{EBDCA107-8C73-4044-AC95-50DA28B759A8}">
      <dsp:nvSpPr>
        <dsp:cNvPr id="9" name="Block Arc 8"/>
        <dsp:cNvSpPr/>
      </dsp:nvSpPr>
      <dsp:spPr bwMode="white">
        <a:xfrm>
          <a:off x="1329692" y="364175"/>
          <a:ext cx="3132450" cy="3132450"/>
        </a:xfrm>
        <a:prstGeom prst="blockArc">
          <a:avLst>
            <a:gd name="adj1" fmla="val 5400000"/>
            <a:gd name="adj2" fmla="val 10800000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329692" y="364175"/>
        <a:ext cx="3132450" cy="3132450"/>
      </dsp:txXfrm>
    </dsp:sp>
    <dsp:sp modelId="{B5FF6E04-452A-4146-97F4-3BC94EB5BB87}">
      <dsp:nvSpPr>
        <dsp:cNvPr id="11" name="Block Arc 10"/>
        <dsp:cNvSpPr/>
      </dsp:nvSpPr>
      <dsp:spPr bwMode="white">
        <a:xfrm>
          <a:off x="1329692" y="364175"/>
          <a:ext cx="3132450" cy="3132450"/>
        </a:xfrm>
        <a:prstGeom prst="blockArc">
          <a:avLst>
            <a:gd name="adj1" fmla="val 10800000"/>
            <a:gd name="adj2" fmla="val 16199999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329692" y="364175"/>
        <a:ext cx="3132450" cy="3132450"/>
      </dsp:txXfrm>
    </dsp:sp>
    <dsp:sp modelId="{BADECBB5-37EA-4668-8A2F-BD2C2902F22A}">
      <dsp:nvSpPr>
        <dsp:cNvPr id="3" name="Oval 2"/>
        <dsp:cNvSpPr/>
      </dsp:nvSpPr>
      <dsp:spPr bwMode="white">
        <a:xfrm>
          <a:off x="2211378" y="1245861"/>
          <a:ext cx="1369078" cy="136907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1910" tIns="41910" rIns="41910" bIns="41910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RDD</a:t>
          </a:r>
          <a:endParaRPr lang="en-US"/>
        </a:p>
      </dsp:txBody>
      <dsp:txXfrm>
        <a:off x="2211378" y="1245861"/>
        <a:ext cx="1369078" cy="1369078"/>
      </dsp:txXfrm>
    </dsp:sp>
    <dsp:sp modelId="{C2E7DEFD-0505-42BF-AE13-B6483BF86572}">
      <dsp:nvSpPr>
        <dsp:cNvPr id="4" name="Oval 3"/>
        <dsp:cNvSpPr/>
      </dsp:nvSpPr>
      <dsp:spPr bwMode="white">
        <a:xfrm>
          <a:off x="2416740" y="0"/>
          <a:ext cx="958355" cy="95835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有分区的</a:t>
          </a:r>
          <a:endParaRPr lang="zh-CN" altLang="en-US"/>
        </a:p>
      </dsp:txBody>
      <dsp:txXfrm>
        <a:off x="2416740" y="0"/>
        <a:ext cx="958355" cy="958355"/>
      </dsp:txXfrm>
    </dsp:sp>
    <dsp:sp modelId="{44F31994-0027-4DC3-B39E-FEE01FB1A852}">
      <dsp:nvSpPr>
        <dsp:cNvPr id="6" name="Oval 5"/>
        <dsp:cNvSpPr/>
      </dsp:nvSpPr>
      <dsp:spPr bwMode="white">
        <a:xfrm>
          <a:off x="3867963" y="1451223"/>
          <a:ext cx="958355" cy="95835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>
              <a:solidFill>
                <a:srgbClr val="C00000"/>
              </a:solidFill>
            </a:rPr>
            <a:t>存储任意结构数据</a:t>
          </a:r>
          <a:endParaRPr lang="zh-CN" altLang="en-US" b="1">
            <a:solidFill>
              <a:srgbClr val="C00000"/>
            </a:solidFill>
          </a:endParaRPr>
        </a:p>
      </dsp:txBody>
      <dsp:txXfrm>
        <a:off x="3867963" y="1451223"/>
        <a:ext cx="958355" cy="958355"/>
      </dsp:txXfrm>
    </dsp:sp>
    <dsp:sp modelId="{0DA4B7DF-BD6B-46E8-940A-69050C019BB3}">
      <dsp:nvSpPr>
        <dsp:cNvPr id="8" name="Oval 7"/>
        <dsp:cNvSpPr/>
      </dsp:nvSpPr>
      <dsp:spPr bwMode="white">
        <a:xfrm>
          <a:off x="2416740" y="2902445"/>
          <a:ext cx="958355" cy="95835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弹性的</a:t>
          </a:r>
          <a:endParaRPr lang="zh-CN" altLang="en-US"/>
        </a:p>
      </dsp:txBody>
      <dsp:txXfrm>
        <a:off x="2416740" y="2902445"/>
        <a:ext cx="958355" cy="958355"/>
      </dsp:txXfrm>
    </dsp:sp>
    <dsp:sp modelId="{F539A410-44AA-4A02-9F1B-997DD2B71E87}">
      <dsp:nvSpPr>
        <dsp:cNvPr id="10" name="Oval 9"/>
        <dsp:cNvSpPr/>
      </dsp:nvSpPr>
      <dsp:spPr bwMode="white">
        <a:xfrm>
          <a:off x="965517" y="1451223"/>
          <a:ext cx="958355" cy="95835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分布式的</a:t>
          </a:r>
          <a:endParaRPr lang="en-US"/>
        </a:p>
      </dsp:txBody>
      <dsp:txXfrm>
        <a:off x="965517" y="1451223"/>
        <a:ext cx="958355" cy="9583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791835" cy="3860800"/>
        <a:chOff x="0" y="0"/>
        <a:chExt cx="5791835" cy="3860800"/>
      </a:xfrm>
    </dsp:grpSpPr>
    <dsp:sp modelId="{F3596884-C09F-4C70-900E-D61864BED5F1}">
      <dsp:nvSpPr>
        <dsp:cNvPr id="5" name="Block Arc 4"/>
        <dsp:cNvSpPr/>
      </dsp:nvSpPr>
      <dsp:spPr bwMode="white">
        <a:xfrm>
          <a:off x="1329692" y="364175"/>
          <a:ext cx="3132450" cy="3132450"/>
        </a:xfrm>
        <a:prstGeom prst="blockArc">
          <a:avLst>
            <a:gd name="adj1" fmla="val 16199999"/>
            <a:gd name="adj2" fmla="val 0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329692" y="364175"/>
        <a:ext cx="3132450" cy="3132450"/>
      </dsp:txXfrm>
    </dsp:sp>
    <dsp:sp modelId="{15715456-3418-4DF0-AF3A-DA59307B110D}">
      <dsp:nvSpPr>
        <dsp:cNvPr id="7" name="Block Arc 6"/>
        <dsp:cNvSpPr/>
      </dsp:nvSpPr>
      <dsp:spPr bwMode="white">
        <a:xfrm>
          <a:off x="1329692" y="364175"/>
          <a:ext cx="3132450" cy="3132450"/>
        </a:xfrm>
        <a:prstGeom prst="blockArc">
          <a:avLst>
            <a:gd name="adj1" fmla="val 0"/>
            <a:gd name="adj2" fmla="val 5400000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329692" y="364175"/>
        <a:ext cx="3132450" cy="3132450"/>
      </dsp:txXfrm>
    </dsp:sp>
    <dsp:sp modelId="{EBDCA107-8C73-4044-AC95-50DA28B759A8}">
      <dsp:nvSpPr>
        <dsp:cNvPr id="9" name="Block Arc 8"/>
        <dsp:cNvSpPr/>
      </dsp:nvSpPr>
      <dsp:spPr bwMode="white">
        <a:xfrm>
          <a:off x="1329692" y="364175"/>
          <a:ext cx="3132450" cy="3132450"/>
        </a:xfrm>
        <a:prstGeom prst="blockArc">
          <a:avLst>
            <a:gd name="adj1" fmla="val 5400000"/>
            <a:gd name="adj2" fmla="val 10800000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329692" y="364175"/>
        <a:ext cx="3132450" cy="3132450"/>
      </dsp:txXfrm>
    </dsp:sp>
    <dsp:sp modelId="{B5FF6E04-452A-4146-97F4-3BC94EB5BB87}">
      <dsp:nvSpPr>
        <dsp:cNvPr id="11" name="Block Arc 10"/>
        <dsp:cNvSpPr/>
      </dsp:nvSpPr>
      <dsp:spPr bwMode="white">
        <a:xfrm>
          <a:off x="1329692" y="364175"/>
          <a:ext cx="3132450" cy="3132450"/>
        </a:xfrm>
        <a:prstGeom prst="blockArc">
          <a:avLst>
            <a:gd name="adj1" fmla="val 10800000"/>
            <a:gd name="adj2" fmla="val 16199999"/>
            <a:gd name="adj3" fmla="val 3962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329692" y="364175"/>
        <a:ext cx="3132450" cy="3132450"/>
      </dsp:txXfrm>
    </dsp:sp>
    <dsp:sp modelId="{BADECBB5-37EA-4668-8A2F-BD2C2902F22A}">
      <dsp:nvSpPr>
        <dsp:cNvPr id="3" name="Oval 2"/>
        <dsp:cNvSpPr/>
      </dsp:nvSpPr>
      <dsp:spPr bwMode="white">
        <a:xfrm>
          <a:off x="2211378" y="1245861"/>
          <a:ext cx="1369078" cy="136907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41910" tIns="41910" rIns="41910" bIns="41910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RDD</a:t>
          </a:r>
          <a:endParaRPr lang="en-US"/>
        </a:p>
      </dsp:txBody>
      <dsp:txXfrm>
        <a:off x="2211378" y="1245861"/>
        <a:ext cx="1369078" cy="1369078"/>
      </dsp:txXfrm>
    </dsp:sp>
    <dsp:sp modelId="{C2E7DEFD-0505-42BF-AE13-B6483BF86572}">
      <dsp:nvSpPr>
        <dsp:cNvPr id="4" name="Oval 3"/>
        <dsp:cNvSpPr/>
      </dsp:nvSpPr>
      <dsp:spPr bwMode="white">
        <a:xfrm>
          <a:off x="2416740" y="0"/>
          <a:ext cx="958355" cy="95835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/>
            <a:t>有分区</a:t>
          </a:r>
          <a:r>
            <a:rPr lang="zh-CN" altLang="en-US"/>
            <a:t>的</a:t>
          </a:r>
          <a:endParaRPr lang="zh-CN" altLang="en-US"/>
        </a:p>
      </dsp:txBody>
      <dsp:txXfrm>
        <a:off x="2416740" y="0"/>
        <a:ext cx="958355" cy="958355"/>
      </dsp:txXfrm>
    </dsp:sp>
    <dsp:sp modelId="{44F31994-0027-4DC3-B39E-FEE01FB1A852}">
      <dsp:nvSpPr>
        <dsp:cNvPr id="6" name="Oval 5"/>
        <dsp:cNvSpPr/>
      </dsp:nvSpPr>
      <dsp:spPr bwMode="white">
        <a:xfrm>
          <a:off x="3867963" y="1451223"/>
          <a:ext cx="958355" cy="95835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/>
            <a:t>存储</a:t>
          </a:r>
          <a:r>
            <a:rPr lang="zh-CN" altLang="en-US"/>
            <a:t>任意</a:t>
          </a:r>
          <a:r>
            <a:rPr lang="zh-CN" altLang="en-US"/>
            <a:t>结构</a:t>
          </a:r>
          <a:r>
            <a:rPr lang="zh-CN" altLang="en-US"/>
            <a:t>数据</a:t>
          </a:r>
          <a:endParaRPr lang="zh-CN" altLang="en-US"/>
        </a:p>
      </dsp:txBody>
      <dsp:txXfrm>
        <a:off x="3867963" y="1451223"/>
        <a:ext cx="958355" cy="958355"/>
      </dsp:txXfrm>
    </dsp:sp>
    <dsp:sp modelId="{0DA4B7DF-BD6B-46E8-940A-69050C019BB3}">
      <dsp:nvSpPr>
        <dsp:cNvPr id="8" name="Oval 7"/>
        <dsp:cNvSpPr/>
      </dsp:nvSpPr>
      <dsp:spPr bwMode="white">
        <a:xfrm>
          <a:off x="2416740" y="2902445"/>
          <a:ext cx="958355" cy="95835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/>
            <a:t>弹性</a:t>
          </a:r>
          <a:r>
            <a:rPr lang="zh-CN" altLang="en-US"/>
            <a:t>的</a:t>
          </a:r>
          <a:endParaRPr lang="zh-CN" altLang="en-US"/>
        </a:p>
      </dsp:txBody>
      <dsp:txXfrm>
        <a:off x="2416740" y="2902445"/>
        <a:ext cx="958355" cy="958355"/>
      </dsp:txXfrm>
    </dsp:sp>
    <dsp:sp modelId="{F539A410-44AA-4A02-9F1B-997DD2B71E87}">
      <dsp:nvSpPr>
        <dsp:cNvPr id="10" name="Oval 9"/>
        <dsp:cNvSpPr/>
      </dsp:nvSpPr>
      <dsp:spPr bwMode="white">
        <a:xfrm>
          <a:off x="965517" y="1451223"/>
          <a:ext cx="958355" cy="95835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7780" tIns="17780" rIns="17780" bIns="177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/>
            <a:t>分布式</a:t>
          </a:r>
          <a:r>
            <a:rPr lang="zh-CN" altLang="en-US"/>
            <a:t>的</a:t>
          </a:r>
          <a:endParaRPr lang="en-US"/>
        </a:p>
      </dsp:txBody>
      <dsp:txXfrm>
        <a:off x="965517" y="1451223"/>
        <a:ext cx="958355" cy="9583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8" Type="http://schemas.openxmlformats.org/officeDocument/2006/relationships/theme" Target="../theme/theme7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6" Type="http://schemas.openxmlformats.org/officeDocument/2006/relationships/theme" Target="../theme/theme9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257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27.xml"/><Relationship Id="rId21" Type="http://schemas.openxmlformats.org/officeDocument/2006/relationships/image" Target="../media/image11.png"/><Relationship Id="rId20" Type="http://schemas.openxmlformats.org/officeDocument/2006/relationships/image" Target="../media/image10.png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7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4.xml"/><Relationship Id="rId8" Type="http://schemas.openxmlformats.org/officeDocument/2006/relationships/diagramQuickStyle" Target="../diagrams/quickStyle4.xml"/><Relationship Id="rId7" Type="http://schemas.openxmlformats.org/officeDocument/2006/relationships/diagramLayout" Target="../diagrams/layout4.xml"/><Relationship Id="rId6" Type="http://schemas.openxmlformats.org/officeDocument/2006/relationships/diagramData" Target="../diagrams/data4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7.xml"/><Relationship Id="rId10" Type="http://schemas.microsoft.com/office/2007/relationships/diagramDrawing" Target="../diagrams/drawing4.xml"/><Relationship Id="rId1" Type="http://schemas.openxmlformats.org/officeDocument/2006/relationships/diagramData" Target="../diagrams/data3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7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7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4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4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52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5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5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58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27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6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63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6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6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6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6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6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69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1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7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6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7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8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8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82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6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85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86.png"/></Relationships>
</file>

<file path=ppt/slides/_rels/slide9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9.xml"/><Relationship Id="rId3" Type="http://schemas.openxmlformats.org/officeDocument/2006/relationships/slideLayout" Target="../slideLayouts/slideLayout27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89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SparkSQL</a:t>
            </a:r>
            <a:endParaRPr kumimoji="1" lang="en-US" altLang="zh-CN" dirty="0"/>
          </a:p>
        </p:txBody>
      </p:sp>
      <p:sp>
        <p:nvSpPr>
          <p:cNvPr id="4" name="文本占位符 3"/>
          <p:cNvSpPr/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Spark</a:t>
            </a:r>
            <a:r>
              <a:rPr lang="zh-CN" altLang="en-US"/>
              <a:t>上运用</a:t>
            </a:r>
            <a:r>
              <a:rPr lang="en-US" altLang="zh-CN"/>
              <a:t>SQL</a:t>
            </a:r>
            <a:r>
              <a:rPr lang="zh-CN" altLang="en-US"/>
              <a:t>处理结构化数据</a:t>
            </a:r>
            <a:endParaRPr lang="zh-CN" altLang="en-US"/>
          </a:p>
        </p:txBody>
      </p:sp>
      <p:pic>
        <p:nvPicPr>
          <p:cNvPr id="6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4535" y="4084955"/>
            <a:ext cx="3148965" cy="1545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了解</a:t>
            </a:r>
            <a:r>
              <a:rPr lang="en-US" altLang="zh-CN" dirty="0"/>
              <a:t>SparkSQL</a:t>
            </a:r>
            <a:r>
              <a:rPr lang="zh-CN" altLang="en-US" dirty="0"/>
              <a:t>框架模块的基础概念和发展历史</a:t>
            </a:r>
            <a:endParaRPr lang="zh-CN" altLang="en-US" dirty="0"/>
          </a:p>
          <a:p>
            <a:r>
              <a:rPr lang="zh-CN" altLang="en-US" dirty="0"/>
              <a:t>掌握</a:t>
            </a:r>
            <a:r>
              <a:rPr lang="en-US" altLang="zh-CN" dirty="0"/>
              <a:t>SparkSQL DataFrame API</a:t>
            </a:r>
            <a:r>
              <a:rPr lang="zh-CN" altLang="en-US" dirty="0"/>
              <a:t>开发</a:t>
            </a:r>
            <a:endParaRPr lang="zh-CN" altLang="en-US" dirty="0"/>
          </a:p>
          <a:p>
            <a:r>
              <a:rPr lang="zh-CN" altLang="en-US" dirty="0"/>
              <a:t>理解</a:t>
            </a:r>
            <a:r>
              <a:rPr lang="en-US" altLang="zh-CN" dirty="0"/>
              <a:t>SparkSQL</a:t>
            </a:r>
            <a:r>
              <a:rPr lang="zh-CN" altLang="en-US" dirty="0"/>
              <a:t>的运行流程</a:t>
            </a:r>
            <a:endParaRPr lang="zh-CN" altLang="en-US" dirty="0"/>
          </a:p>
          <a:p>
            <a:r>
              <a:rPr lang="zh-CN" altLang="en-US" dirty="0"/>
              <a:t>掌握</a:t>
            </a:r>
            <a:r>
              <a:rPr lang="en-US" altLang="zh-CN" dirty="0"/>
              <a:t>SparkSQL</a:t>
            </a:r>
            <a:r>
              <a:rPr lang="zh-CN" altLang="en-US" dirty="0"/>
              <a:t>和</a:t>
            </a:r>
            <a:r>
              <a:rPr lang="en-US" altLang="zh-CN" dirty="0"/>
              <a:t>Hive</a:t>
            </a:r>
            <a:r>
              <a:rPr lang="zh-CN" altLang="en-US" dirty="0"/>
              <a:t>的集成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D2B26"/>
                </a:solidFill>
              </a:rPr>
              <a:t>第一章</a:t>
            </a:r>
            <a:r>
              <a:rPr lang="en-US" altLang="zh-CN" dirty="0">
                <a:solidFill>
                  <a:srgbClr val="AD2B26"/>
                </a:solidFill>
              </a:rPr>
              <a:t> </a:t>
            </a:r>
            <a:r>
              <a:rPr lang="zh-CN" altLang="en-US" dirty="0">
                <a:solidFill>
                  <a:srgbClr val="AD2B26"/>
                </a:solidFill>
              </a:rPr>
              <a:t>快速入门</a:t>
            </a:r>
            <a:endParaRPr lang="en-US" altLang="zh-CN" dirty="0">
              <a:solidFill>
                <a:srgbClr val="AD2B26"/>
              </a:solidFill>
            </a:endParaRPr>
          </a:p>
          <a:p>
            <a:r>
              <a:rPr lang="zh-CN" dirty="0"/>
              <a:t>第二章</a:t>
            </a:r>
            <a:r>
              <a:rPr lang="en-US" altLang="zh-CN" dirty="0"/>
              <a:t> SparkSQL</a:t>
            </a:r>
            <a:r>
              <a:rPr lang="zh-CN" altLang="en-US" dirty="0"/>
              <a:t>概述</a:t>
            </a:r>
            <a:endParaRPr lang="zh-CN" altLang="en-US" dirty="0"/>
          </a:p>
          <a:p>
            <a:r>
              <a:rPr kumimoji="1" lang="zh-CN" altLang="en-US" dirty="0"/>
              <a:t>第三章</a:t>
            </a:r>
            <a:r>
              <a:rPr kumimoji="1" lang="en-US" altLang="zh-CN" dirty="0"/>
              <a:t> DataFrame</a:t>
            </a:r>
            <a:r>
              <a:rPr kumimoji="1" lang="zh-CN" altLang="en-US" dirty="0"/>
              <a:t>入门和操作</a:t>
            </a:r>
            <a:endParaRPr kumimoji="1" lang="zh-CN" altLang="en-US" dirty="0"/>
          </a:p>
          <a:p>
            <a:r>
              <a:rPr kumimoji="1" lang="zh-CN" altLang="en-US" dirty="0"/>
              <a:t>第四章</a:t>
            </a:r>
            <a:r>
              <a:rPr kumimoji="1" lang="en-US" altLang="zh-CN" dirty="0"/>
              <a:t> </a:t>
            </a:r>
            <a:r>
              <a:rPr kumimoji="1" lang="en-US" dirty="0"/>
              <a:t>SparkSQL</a:t>
            </a:r>
            <a:r>
              <a:rPr kumimoji="1" lang="zh-CN" altLang="en-US" dirty="0"/>
              <a:t>函数定义</a:t>
            </a:r>
            <a:endParaRPr kumimoji="1" lang="zh-CN" altLang="en-US" dirty="0"/>
          </a:p>
          <a:p>
            <a:r>
              <a:rPr kumimoji="1" lang="zh-CN" altLang="en-US" dirty="0"/>
              <a:t>第五章</a:t>
            </a:r>
            <a:r>
              <a:rPr kumimoji="1" lang="en-US" altLang="zh-CN" dirty="0"/>
              <a:t> SparkSQL</a:t>
            </a:r>
            <a:r>
              <a:rPr kumimoji="1" lang="zh-CN" altLang="en-US" dirty="0"/>
              <a:t>的运行流程</a:t>
            </a:r>
            <a:endParaRPr kumimoji="1" lang="zh-CN" altLang="en-US" dirty="0"/>
          </a:p>
          <a:p>
            <a:r>
              <a:rPr kumimoji="1" lang="zh-CN" altLang="en-US" dirty="0"/>
              <a:t>第六章</a:t>
            </a:r>
            <a:r>
              <a:rPr kumimoji="1" lang="en-US" altLang="zh-CN" dirty="0"/>
              <a:t> SparkSQL</a:t>
            </a:r>
            <a:r>
              <a:rPr kumimoji="1" lang="zh-CN" altLang="en-US" dirty="0"/>
              <a:t>整合</a:t>
            </a:r>
            <a:r>
              <a:rPr kumimoji="1" lang="en-US" altLang="zh-CN" dirty="0"/>
              <a:t>Hive</a:t>
            </a:r>
            <a:endParaRPr kumimoji="1" lang="en-US" altLang="zh-CN" dirty="0"/>
          </a:p>
          <a:p>
            <a:r>
              <a:rPr kumimoji="1" lang="zh-CN" altLang="en-US" dirty="0"/>
              <a:t>第七章</a:t>
            </a:r>
            <a:r>
              <a:rPr kumimoji="1" lang="en-US" altLang="zh-CN" dirty="0"/>
              <a:t> </a:t>
            </a:r>
            <a:r>
              <a:rPr kumimoji="1" lang="zh-CN" altLang="en-US" dirty="0"/>
              <a:t>分布式</a:t>
            </a:r>
            <a:r>
              <a:rPr kumimoji="1" lang="en-US" altLang="zh-CN" dirty="0"/>
              <a:t>SQL</a:t>
            </a:r>
            <a:r>
              <a:rPr kumimoji="1" lang="zh-CN" altLang="en-US" dirty="0"/>
              <a:t>引擎配置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SparkSQL</a:t>
            </a:r>
            <a:r>
              <a:rPr lang="zh-CN" altLang="en-US" dirty="0"/>
              <a:t>快速入门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1.1 </a:t>
            </a:r>
            <a:r>
              <a:rPr lang="zh-CN" altLang="en-US" dirty="0"/>
              <a:t>什么是</a:t>
            </a:r>
            <a:r>
              <a:rPr lang="en-US" altLang="zh-CN" dirty="0"/>
              <a:t>SparkSQL</a:t>
            </a:r>
            <a:endParaRPr lang="en-US" altLang="zh-CN" dirty="0"/>
          </a:p>
          <a:p>
            <a:r>
              <a:rPr lang="en-US" altLang="zh-CN" dirty="0"/>
              <a:t>1.2 </a:t>
            </a:r>
            <a:r>
              <a:rPr lang="zh-CN" altLang="en-US" dirty="0"/>
              <a:t>为什么要学习</a:t>
            </a:r>
            <a:r>
              <a:rPr lang="en-US" altLang="zh-CN" dirty="0"/>
              <a:t>SparkSQL</a:t>
            </a:r>
            <a:endParaRPr lang="en-US" altLang="zh-CN" dirty="0"/>
          </a:p>
          <a:p>
            <a:r>
              <a:rPr lang="en-US" altLang="zh-CN" dirty="0"/>
              <a:t>1.3 SparkSQL</a:t>
            </a:r>
            <a:r>
              <a:rPr lang="zh-CN" altLang="en-US" dirty="0"/>
              <a:t>特点</a:t>
            </a:r>
            <a:endParaRPr lang="zh-CN" altLang="en-US" dirty="0"/>
          </a:p>
          <a:p>
            <a:r>
              <a:rPr lang="en-US" altLang="zh-CN" dirty="0"/>
              <a:t>1.4 SparkSQL</a:t>
            </a:r>
            <a:r>
              <a:rPr lang="zh-CN" altLang="en-US" dirty="0"/>
              <a:t>发展历史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>
                <a:sym typeface="+mn-ea"/>
              </a:rPr>
              <a:t>1.1 </a:t>
            </a:r>
            <a:r>
              <a:rPr>
                <a:sym typeface="+mn-ea"/>
              </a:rPr>
              <a:t>什么是</a:t>
            </a:r>
            <a:r>
              <a:rPr lang="en-US" altLang="zh-CN">
                <a:sym typeface="+mn-ea"/>
              </a:rPr>
              <a:t>SparkSQL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67105" y="1457325"/>
            <a:ext cx="10207625" cy="3140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967105" y="5234305"/>
            <a:ext cx="4959350" cy="4140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 是Spark的一个</a:t>
            </a:r>
            <a:r>
              <a:rPr lang="en-US" altLang="en-US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</a:t>
            </a:r>
            <a:r>
              <a:rPr lang="en-US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用于</a:t>
            </a:r>
            <a:r>
              <a:rPr lang="en-US" altLang="en-US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</a:t>
            </a:r>
            <a:r>
              <a:rPr lang="zh-CN" altLang="en-US" sz="21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海量</a:t>
            </a:r>
            <a:r>
              <a:rPr lang="en-US" altLang="en-US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结构化数据</a:t>
            </a:r>
            <a:endParaRPr lang="en-US" altLang="en-US" sz="1400" b="1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7105" y="5868035"/>
            <a:ext cx="495935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限定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结构化数据处理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876300" y="1715135"/>
            <a:ext cx="6957695" cy="3078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773430" y="4621530"/>
            <a:ext cx="7820660" cy="2115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是非常成熟的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海量结构化数据处理框架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主要在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个点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本身十分优秀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支持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性能强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可以自动优化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\API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简单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兼容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HIVE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企业大面积在使用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处理业务数据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离线开发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数仓搭建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科学计算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数据分析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124950" y="2595880"/>
            <a:ext cx="1786890" cy="3366770"/>
            <a:chOff x="14370" y="4088"/>
            <a:chExt cx="2814" cy="5302"/>
          </a:xfrm>
        </p:grpSpPr>
        <p:sp>
          <p:nvSpPr>
            <p:cNvPr id="2" name="上箭头 1"/>
            <p:cNvSpPr/>
            <p:nvPr/>
          </p:nvSpPr>
          <p:spPr>
            <a:xfrm>
              <a:off x="15100" y="5236"/>
              <a:ext cx="1354" cy="4155"/>
            </a:xfrm>
            <a:prstGeom prst="upArrow">
              <a:avLst/>
            </a:prstGeom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4370" y="4088"/>
              <a:ext cx="2814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28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多挣钱</a:t>
              </a:r>
              <a:endParaRPr lang="zh-CN" altLang="en-US"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endParaRPr>
            </a:p>
          </p:txBody>
        </p:sp>
      </p:grpSp>
      <p:sp>
        <p:nvSpPr>
          <p:cNvPr id="7" name="文本占位符 4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1.2 </a:t>
            </a:r>
            <a:r>
              <a:rPr>
                <a:sym typeface="+mn-ea"/>
              </a:rPr>
              <a:t>为什么学习</a:t>
            </a:r>
            <a:r>
              <a:rPr lang="en-US" altLang="zh-CN">
                <a:sym typeface="+mn-ea"/>
              </a:rPr>
              <a:t>SparkSQL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椭圆 2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4133695" y="2380676"/>
            <a:ext cx="362790" cy="364882"/>
          </a:xfrm>
          <a:prstGeom prst="ellipse">
            <a:avLst/>
          </a:prstGeom>
          <a:solidFill>
            <a:srgbClr val="3B5686"/>
          </a:solidFill>
          <a:ln>
            <a:noFill/>
          </a:ln>
        </p:spPr>
        <p:txBody>
          <a:bodyPr lIns="90000" tIns="46800" rIns="90000" bIns="46800" anchor="ctr">
            <a:normAutofit fontScale="5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8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dobe 黑体 Std R" panose="020B0400000000000000" charset="-122"/>
              </a:rPr>
              <a:t>1</a:t>
            </a:r>
            <a:endParaRPr lang="en-US" altLang="zh-CN" sz="1800" dirty="0">
              <a:solidFill>
                <a:srgbClr val="FFFFFF"/>
              </a:solidFill>
              <a:latin typeface="Arial" panose="020B0604020202020204" pitchFamily="34" charset="0"/>
              <a:ea typeface="+mn-ea"/>
              <a:sym typeface="Adobe 黑体 Std R" panose="020B0400000000000000" charset="-122"/>
            </a:endParaRPr>
          </a:p>
        </p:txBody>
      </p:sp>
      <p:sp>
        <p:nvSpPr>
          <p:cNvPr id="16391" name="文本框 6" descr="7b0a20202020227461726765744d6f64756c65223a20226b6f6e6c696e65666f6e7473220a7d0a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40397" y="2266716"/>
            <a:ext cx="1499256" cy="269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normAutofit fontScale="5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latin typeface="微软雅黑" panose="020B0503020204020204" pitchFamily="34" charset="-122"/>
                <a:cs typeface="汉仪旗黑-55简" panose="00020600040101010101" charset="-128"/>
                <a:sym typeface="Calibri Light" panose="020F0302020204030204" pitchFamily="34" charset="0"/>
              </a:rPr>
              <a:t>融合性</a:t>
            </a:r>
            <a:endParaRPr lang="zh-CN" altLang="en-US" sz="2000" b="1" dirty="0">
              <a:latin typeface="微软雅黑" panose="020B0503020204020204" pitchFamily="34" charset="-122"/>
              <a:cs typeface="汉仪旗黑-55简" panose="00020600040101010101" charset="-128"/>
              <a:sym typeface="Calibri Light" panose="020F0302020204030204" pitchFamily="34" charset="0"/>
            </a:endParaRPr>
          </a:p>
        </p:txBody>
      </p:sp>
      <p:sp>
        <p:nvSpPr>
          <p:cNvPr id="86020" name="椭圆 3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4133695" y="3244265"/>
            <a:ext cx="362790" cy="362791"/>
          </a:xfrm>
          <a:prstGeom prst="ellipse">
            <a:avLst/>
          </a:prstGeom>
          <a:solidFill>
            <a:srgbClr val="FF8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6800" rIns="90000" bIns="468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dobe 黑体 Std R" panose="020B0400000000000000" charset="-122"/>
              </a:rPr>
              <a:t>2</a:t>
            </a:r>
            <a:endParaRPr lang="en-US" altLang="zh-CN" sz="1800">
              <a:solidFill>
                <a:srgbClr val="FFFFFF"/>
              </a:solidFill>
              <a:latin typeface="Arial" panose="020B0604020202020204" pitchFamily="34" charset="0"/>
              <a:ea typeface="+mn-ea"/>
              <a:sym typeface="Adobe 黑体 Std R" panose="020B0400000000000000" charset="-122"/>
            </a:endParaRPr>
          </a:p>
        </p:txBody>
      </p:sp>
      <p:sp>
        <p:nvSpPr>
          <p:cNvPr id="16393" name="文本框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40397" y="3125077"/>
            <a:ext cx="1499256" cy="269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normAutofit fontScale="5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latin typeface="微软雅黑" panose="020B0503020204020204" pitchFamily="34" charset="-122"/>
                <a:cs typeface="+mn-ea"/>
                <a:sym typeface="Calibri Light" panose="020F0302020204030204" pitchFamily="34" charset="0"/>
              </a:rPr>
              <a:t>统一数据访问</a:t>
            </a:r>
            <a:endParaRPr lang="zh-CN" altLang="en-US" sz="2000" b="1" dirty="0">
              <a:latin typeface="微软雅黑" panose="020B0503020204020204" pitchFamily="34" charset="-122"/>
              <a:cs typeface="+mn-ea"/>
              <a:sym typeface="Calibri Light" panose="020F0302020204030204" pitchFamily="34" charset="0"/>
            </a:endParaRPr>
          </a:p>
        </p:txBody>
      </p:sp>
      <p:sp>
        <p:nvSpPr>
          <p:cNvPr id="16390" name="椭圆 4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4133695" y="4121445"/>
            <a:ext cx="362790" cy="363836"/>
          </a:xfrm>
          <a:prstGeom prst="ellipse">
            <a:avLst/>
          </a:prstGeom>
          <a:solidFill>
            <a:srgbClr val="3B5686"/>
          </a:solidFill>
          <a:ln>
            <a:noFill/>
          </a:ln>
        </p:spPr>
        <p:txBody>
          <a:bodyPr lIns="90000" tIns="46800" rIns="90000" bIns="46800" anchor="ctr">
            <a:normAutofit fontScale="5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8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dobe 黑体 Std R" panose="020B0400000000000000" charset="-122"/>
              </a:rPr>
              <a:t>3</a:t>
            </a:r>
            <a:endParaRPr lang="en-US" altLang="zh-CN" sz="1800" dirty="0">
              <a:solidFill>
                <a:srgbClr val="FFFFFF"/>
              </a:solidFill>
              <a:latin typeface="Arial" panose="020B0604020202020204" pitchFamily="34" charset="0"/>
              <a:ea typeface="+mn-ea"/>
              <a:sym typeface="Adobe 黑体 Std R" panose="020B0400000000000000" charset="-122"/>
            </a:endParaRPr>
          </a:p>
        </p:txBody>
      </p:sp>
      <p:sp>
        <p:nvSpPr>
          <p:cNvPr id="16395" name="文本框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40397" y="3984483"/>
            <a:ext cx="1499256" cy="268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normAutofit fontScale="5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000" b="1" dirty="0">
                <a:latin typeface="微软雅黑" panose="020B0503020204020204" pitchFamily="34" charset="-122"/>
                <a:cs typeface="微软雅黑" panose="020B0503020204020204" pitchFamily="34" charset="-122"/>
                <a:sym typeface="Calibri Light" panose="020F0302020204030204" pitchFamily="34" charset="0"/>
              </a:rPr>
              <a:t>Hive</a:t>
            </a:r>
            <a:r>
              <a:rPr lang="zh-CN" altLang="en-US" sz="2000" b="1" dirty="0">
                <a:latin typeface="微软雅黑" panose="020B0503020204020204" pitchFamily="34" charset="-122"/>
                <a:cs typeface="微软雅黑" panose="020B0503020204020204" pitchFamily="34" charset="-122"/>
                <a:sym typeface="Calibri Light" panose="020F0302020204030204" pitchFamily="34" charset="0"/>
              </a:rPr>
              <a:t>兼容</a:t>
            </a:r>
            <a:endParaRPr lang="zh-CN" altLang="en-US" sz="2000" b="1" dirty="0">
              <a:latin typeface="微软雅黑" panose="020B0503020204020204" pitchFamily="34" charset="-122"/>
              <a:cs typeface="微软雅黑" panose="020B0503020204020204" pitchFamily="34" charset="-122"/>
              <a:sym typeface="Calibri Light" panose="020F0302020204030204" pitchFamily="34" charset="0"/>
            </a:endParaRPr>
          </a:p>
        </p:txBody>
      </p:sp>
      <p:sp>
        <p:nvSpPr>
          <p:cNvPr id="20492" name="直接连接符 14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33695" y="3027845"/>
            <a:ext cx="3461672" cy="1045"/>
          </a:xfrm>
          <a:prstGeom prst="line">
            <a:avLst/>
          </a:prstGeom>
          <a:noFill/>
          <a:ln w="12700">
            <a:solidFill>
              <a:srgbClr val="D8D8D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rmAutofit fontScale="25000" lnSpcReduction="20000"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20493" name="直接连接符 15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4133695" y="3899798"/>
            <a:ext cx="3461672" cy="0"/>
          </a:xfrm>
          <a:prstGeom prst="line">
            <a:avLst/>
          </a:prstGeom>
          <a:noFill/>
          <a:ln w="12700">
            <a:solidFill>
              <a:srgbClr val="D8D8D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rmAutofit fontScale="25000" lnSpcReduction="20000"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6399" name="任意多边形 19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84200" y="2850109"/>
            <a:ext cx="718263" cy="2163153"/>
          </a:xfrm>
          <a:custGeom>
            <a:avLst/>
            <a:gdLst>
              <a:gd name="T0" fmla="*/ 0 w 10000"/>
              <a:gd name="T1" fmla="*/ 0 h 10000"/>
              <a:gd name="T2" fmla="*/ 118943672 w 10000"/>
              <a:gd name="T3" fmla="*/ 0 h 10000"/>
              <a:gd name="T4" fmla="*/ 95154894 w 10000"/>
              <a:gd name="T5" fmla="*/ 1078818330 h 10000"/>
              <a:gd name="T6" fmla="*/ 23788778 w 10000"/>
              <a:gd name="T7" fmla="*/ 107881833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rgbClr val="3B5686"/>
          </a:solidFill>
          <a:ln w="12700">
            <a:noFill/>
            <a:miter lim="800000"/>
          </a:ln>
        </p:spPr>
        <p:txBody>
          <a:bodyPr lIns="90000" tIns="46800" rIns="90000" bIns="46800" anchor="ctr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171450"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融合性</a:t>
            </a:r>
            <a:endParaRPr lang="zh-CN" altLang="en-US" sz="2400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400" name="任意多边形 20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355784" y="2850109"/>
            <a:ext cx="719308" cy="2163153"/>
          </a:xfrm>
          <a:custGeom>
            <a:avLst/>
            <a:gdLst>
              <a:gd name="T0" fmla="*/ 0 w 10000"/>
              <a:gd name="T1" fmla="*/ 0 h 10000"/>
              <a:gd name="T2" fmla="*/ 119290084 w 10000"/>
              <a:gd name="T3" fmla="*/ 0 h 10000"/>
              <a:gd name="T4" fmla="*/ 95432067 w 10000"/>
              <a:gd name="T5" fmla="*/ 1078818330 h 10000"/>
              <a:gd name="T6" fmla="*/ 23858017 w 10000"/>
              <a:gd name="T7" fmla="*/ 107881833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rgbClr val="FF8F00"/>
          </a:solidFill>
          <a:ln w="12700">
            <a:noFill/>
            <a:miter lim="800000"/>
          </a:ln>
        </p:spPr>
        <p:txBody>
          <a:bodyPr lIns="90000" tIns="46800" rIns="90000" bIns="46800" anchor="ctr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171450"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  <a:defRPr/>
            </a:pPr>
            <a:r>
              <a:rPr lang="zh-CN" altLang="en-US" sz="19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统一数据访问</a:t>
            </a:r>
            <a:endParaRPr lang="zh-CN" altLang="en-US" sz="1900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401" name="任意多边形 2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128413" y="2850109"/>
            <a:ext cx="718263" cy="2163153"/>
          </a:xfrm>
          <a:custGeom>
            <a:avLst/>
            <a:gdLst>
              <a:gd name="T0" fmla="*/ 0 w 10000"/>
              <a:gd name="T1" fmla="*/ 0 h 10000"/>
              <a:gd name="T2" fmla="*/ 118943453 w 10000"/>
              <a:gd name="T3" fmla="*/ 0 h 10000"/>
              <a:gd name="T4" fmla="*/ 95154806 w 10000"/>
              <a:gd name="T5" fmla="*/ 1078818330 h 10000"/>
              <a:gd name="T6" fmla="*/ 23788647 w 10000"/>
              <a:gd name="T7" fmla="*/ 107881833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rgbClr val="3B5686"/>
          </a:solidFill>
          <a:ln w="12700">
            <a:noFill/>
            <a:miter lim="800000"/>
          </a:ln>
        </p:spPr>
        <p:txBody>
          <a:bodyPr lIns="90000" tIns="46800" rIns="90000" bIns="46800" anchor="ctr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171450"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  <a:defRPr/>
            </a:pPr>
            <a:r>
              <a:rPr lang="en-US" altLang="zh-CN" sz="19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Hive</a:t>
            </a:r>
            <a:r>
              <a:rPr lang="zh-CN" altLang="en-US" sz="19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兼容</a:t>
            </a:r>
            <a:endParaRPr lang="zh-CN" altLang="en-US" sz="1900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6029" name="椭圆 3"/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4133695" y="4960986"/>
            <a:ext cx="362790" cy="363836"/>
          </a:xfrm>
          <a:prstGeom prst="ellipse">
            <a:avLst/>
          </a:prstGeom>
          <a:solidFill>
            <a:srgbClr val="FF8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6800" rIns="90000" bIns="468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rgbClr val="FFFFFF"/>
                </a:solidFill>
                <a:latin typeface="Arial" panose="020B0604020202020204" pitchFamily="34" charset="0"/>
                <a:ea typeface="+mn-ea"/>
                <a:sym typeface="Adobe 黑体 Std R" panose="020B0400000000000000" charset="-122"/>
              </a:rPr>
              <a:t>4</a:t>
            </a:r>
            <a:endParaRPr lang="en-US" altLang="zh-CN" sz="1800">
              <a:solidFill>
                <a:srgbClr val="FFFFFF"/>
              </a:solidFill>
              <a:latin typeface="Arial" panose="020B0604020202020204" pitchFamily="34" charset="0"/>
              <a:ea typeface="+mn-ea"/>
              <a:sym typeface="Adobe 黑体 Std R" panose="020B0400000000000000" charset="-122"/>
            </a:endParaRPr>
          </a:p>
        </p:txBody>
      </p:sp>
      <p:sp>
        <p:nvSpPr>
          <p:cNvPr id="107" name="文本框 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540397" y="4842845"/>
            <a:ext cx="1499256" cy="269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normAutofit fontScale="5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latin typeface="微软雅黑" panose="020B0503020204020204" pitchFamily="34" charset="-122"/>
                <a:cs typeface="+mn-ea"/>
                <a:sym typeface="Calibri Light" panose="020F0302020204030204" pitchFamily="34" charset="0"/>
              </a:rPr>
              <a:t>标准化连接</a:t>
            </a:r>
            <a:endParaRPr lang="zh-CN" altLang="en-US" sz="2000" b="1" dirty="0">
              <a:latin typeface="微软雅黑" panose="020B0503020204020204" pitchFamily="34" charset="-122"/>
              <a:cs typeface="+mn-ea"/>
              <a:sym typeface="Calibri Light" panose="020F0302020204030204" pitchFamily="34" charset="0"/>
            </a:endParaRPr>
          </a:p>
        </p:txBody>
      </p:sp>
      <p:sp>
        <p:nvSpPr>
          <p:cNvPr id="108" name="任意多边形 20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899997" y="2828153"/>
            <a:ext cx="719308" cy="2163153"/>
          </a:xfrm>
          <a:custGeom>
            <a:avLst/>
            <a:gdLst>
              <a:gd name="T0" fmla="*/ 0 w 10000"/>
              <a:gd name="T1" fmla="*/ 0 h 10000"/>
              <a:gd name="T2" fmla="*/ 119290084 w 10000"/>
              <a:gd name="T3" fmla="*/ 0 h 10000"/>
              <a:gd name="T4" fmla="*/ 95432067 w 10000"/>
              <a:gd name="T5" fmla="*/ 1078818330 h 10000"/>
              <a:gd name="T6" fmla="*/ 23858017 w 10000"/>
              <a:gd name="T7" fmla="*/ 1078818330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rgbClr val="FF8F00"/>
          </a:solidFill>
          <a:ln w="12700">
            <a:noFill/>
            <a:miter lim="800000"/>
          </a:ln>
        </p:spPr>
        <p:txBody>
          <a:bodyPr lIns="90000" tIns="46800" rIns="90000" bIns="46800" anchor="ctr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171450" indent="-1714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  <a:defRPr/>
            </a:pPr>
            <a:r>
              <a:rPr lang="zh-CN" altLang="en-US" sz="1900" dirty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标准化连接</a:t>
            </a:r>
            <a:endParaRPr lang="zh-CN" altLang="en-US" sz="1900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9" name="直接连接符 15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133695" y="4769659"/>
            <a:ext cx="3461672" cy="0"/>
          </a:xfrm>
          <a:prstGeom prst="line">
            <a:avLst/>
          </a:prstGeom>
          <a:noFill/>
          <a:ln w="12700">
            <a:solidFill>
              <a:srgbClr val="D8D8D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rmAutofit fontScale="25000" lnSpcReduction="20000"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10" name="文本框 109"/>
          <p:cNvSpPr txBox="1"/>
          <p:nvPr>
            <p:custDataLst>
              <p:tags r:id="rId16"/>
            </p:custDataLst>
          </p:nvPr>
        </p:nvSpPr>
        <p:spPr>
          <a:xfrm>
            <a:off x="4540397" y="5118858"/>
            <a:ext cx="3169976" cy="425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rmAutofit fontScale="50000"/>
          </a:bodyPr>
          <a:lstStyle>
            <a:defPPr>
              <a:defRPr lang="zh-CN"/>
            </a:defPPr>
            <a:lvl1pPr eaLnBrk="1" hangingPunct="1">
              <a:lnSpc>
                <a:spcPct val="100000"/>
              </a:lnSpc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支持标准化JDBC\ODBC连接, 方便和各种数据库进行数据交互.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111" name="文本框 110"/>
          <p:cNvSpPr txBox="1"/>
          <p:nvPr>
            <p:custDataLst>
              <p:tags r:id="rId17"/>
            </p:custDataLst>
          </p:nvPr>
        </p:nvSpPr>
        <p:spPr>
          <a:xfrm>
            <a:off x="4540397" y="4260497"/>
            <a:ext cx="3169976" cy="425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rmAutofit fontScale="60000"/>
          </a:bodyPr>
          <a:lstStyle>
            <a:defPPr>
              <a:defRPr lang="zh-CN"/>
            </a:defPPr>
            <a:lvl1pPr eaLnBrk="1" hangingPunct="1">
              <a:lnSpc>
                <a:spcPct val="100000"/>
              </a:lnSpc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可以使用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SparkSQL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直接计算并生成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Hive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数据表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18"/>
            </p:custDataLst>
          </p:nvPr>
        </p:nvSpPr>
        <p:spPr>
          <a:xfrm>
            <a:off x="4540397" y="3402137"/>
            <a:ext cx="3169976" cy="425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rmAutofit/>
          </a:bodyPr>
          <a:lstStyle>
            <a:defPPr>
              <a:defRPr lang="zh-CN"/>
            </a:defPPr>
            <a:lvl1pPr eaLnBrk="1" hangingPunct="1">
              <a:lnSpc>
                <a:spcPct val="100000"/>
              </a:lnSpc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/>
            </a:pPr>
            <a:r>
              <a:rPr lang="en-US" altLang="zh-CN" sz="1110" dirty="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一套标准API可读写不同数据源</a:t>
            </a:r>
            <a:endParaRPr lang="en-US" altLang="zh-CN" sz="1110" dirty="0">
              <a:solidFill>
                <a:srgbClr val="00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3" name="文本框 112"/>
          <p:cNvSpPr txBox="1"/>
          <p:nvPr>
            <p:custDataLst>
              <p:tags r:id="rId19"/>
            </p:custDataLst>
          </p:nvPr>
        </p:nvSpPr>
        <p:spPr>
          <a:xfrm>
            <a:off x="4540397" y="2542730"/>
            <a:ext cx="3169976" cy="426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rmAutofit fontScale="60000"/>
          </a:bodyPr>
          <a:lstStyle>
            <a:defPPr>
              <a:defRPr lang="zh-CN"/>
            </a:defPPr>
            <a:lvl1pPr eaLnBrk="1" hangingPunct="1">
              <a:lnSpc>
                <a:spcPct val="100000"/>
              </a:lnSpc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SQL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可以无缝集成在代码中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, 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随时用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SQL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处理数据</a:t>
            </a:r>
            <a:endParaRPr lang="zh-CN" altLang="en-US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115" name="图片 114"/>
          <p:cNvPicPr/>
          <p:nvPr/>
        </p:nvPicPr>
        <p:blipFill>
          <a:blip r:embed="rId20"/>
          <a:stretch>
            <a:fillRect/>
          </a:stretch>
        </p:blipFill>
        <p:spPr>
          <a:xfrm>
            <a:off x="8228330" y="2505075"/>
            <a:ext cx="2877185" cy="10464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" name="图片 115"/>
          <p:cNvPicPr/>
          <p:nvPr/>
        </p:nvPicPr>
        <p:blipFill>
          <a:blip r:embed="rId21"/>
          <a:stretch>
            <a:fillRect/>
          </a:stretch>
        </p:blipFill>
        <p:spPr>
          <a:xfrm>
            <a:off x="8228330" y="3827780"/>
            <a:ext cx="2879090" cy="15728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占位符 4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1.</a:t>
            </a:r>
            <a:r>
              <a:rPr lang="en-US" altLang="zh-CN">
                <a:sym typeface="+mn-ea"/>
              </a:rPr>
              <a:t>3 SparkSQL</a:t>
            </a:r>
            <a:r>
              <a:rPr>
                <a:sym typeface="+mn-ea"/>
              </a:rPr>
              <a:t>的特点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/>
          <p:cNvPicPr/>
          <p:nvPr/>
        </p:nvPicPr>
        <p:blipFill>
          <a:blip r:embed="rId1"/>
          <a:stretch>
            <a:fillRect/>
          </a:stretch>
        </p:blipFill>
        <p:spPr>
          <a:xfrm>
            <a:off x="6747828" y="1804035"/>
            <a:ext cx="4600575" cy="3162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710565" y="1804035"/>
            <a:ext cx="6037580" cy="34944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在许多年前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(2012\2013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左右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)Hive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逐步火热起来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大片抢占分布式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计算市场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作为通用计算框架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也不可能放弃这一细分领域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于是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Spark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官方模仿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Hive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推出了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Shark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框架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(Spark 0.9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Shark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框架是几乎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100%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模仿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Hive,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内部的配置项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优化项等都是直接模仿而来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不同的在于将执行引擎由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MapReduce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更换为了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Spark.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因为Shark框架太模仿Hive, Hive是针对MR优化, 很多地方和SparkCore</a:t>
            </a: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(RDD)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水土不服, 最终被放弃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Spark官方下决心开发一个自己的分布式SQL引擎 也就是诞生了现在的SparkSQL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>
                <a:sym typeface="+mn-ea"/>
              </a:rPr>
              <a:t>1.4 SparkSQL</a:t>
            </a:r>
            <a:r>
              <a:rPr kumimoji="1">
                <a:sym typeface="+mn-ea"/>
              </a:rPr>
              <a:t>发展历史</a:t>
            </a:r>
            <a:r>
              <a:rPr kumimoji="1" lang="en-US" altLang="zh-CN">
                <a:sym typeface="+mn-ea"/>
              </a:rPr>
              <a:t> - </a:t>
            </a:r>
            <a:r>
              <a:rPr kumimoji="1">
                <a:sym typeface="+mn-ea"/>
              </a:rPr>
              <a:t>前身</a:t>
            </a:r>
            <a:r>
              <a:rPr kumimoji="1" lang="en-US" altLang="zh-CN">
                <a:sym typeface="+mn-ea"/>
              </a:rPr>
              <a:t> Shark</a:t>
            </a:r>
            <a:r>
              <a:rPr kumimoji="1">
                <a:sym typeface="+mn-ea"/>
              </a:rPr>
              <a:t>框架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2766060" y="1457325"/>
            <a:ext cx="6659880" cy="278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1524635" y="4716780"/>
            <a:ext cx="10841990" cy="13404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● </a:t>
            </a: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2014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1.0正式发布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● </a:t>
            </a: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2015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1.3  发布DataFrame数据结构, 沿用至今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● </a:t>
            </a: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2016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1.6 发布Dataset数据结构(带泛型的DataFrame), 适用于支持泛型的语言(Java\Scala)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● </a:t>
            </a: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2016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2.0 统一了Dataset 和 DataFrame, 以后只有Dataset了, Python用的DataFrame就是 没有泛型的Dataset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● </a:t>
            </a: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2019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年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3.0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发布， 性能大幅度提升，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SparkSQL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变化不大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>
                <a:sym typeface="+mn-ea"/>
              </a:rPr>
              <a:t>1.4 SparkSQL</a:t>
            </a:r>
            <a:r>
              <a:rPr kumimoji="1">
                <a:sym typeface="+mn-ea"/>
              </a:rPr>
              <a:t>发展历史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SparkSQL</a:t>
            </a:r>
            <a:r>
              <a:rPr lang="zh-CN" altLang="en-US" dirty="0"/>
              <a:t>用于处理大规模结构化数据的计算引擎</a:t>
            </a:r>
            <a:endParaRPr lang="zh-CN" altLang="en-US" dirty="0"/>
          </a:p>
          <a:p>
            <a:r>
              <a:rPr lang="en-US" altLang="zh-CN" dirty="0"/>
              <a:t>SparkSQL</a:t>
            </a:r>
            <a:r>
              <a:rPr lang="zh-CN" altLang="en-US" dirty="0"/>
              <a:t>在企业中广泛使用，并性能极好，学习它不管是工作还是就业都有很大帮助</a:t>
            </a:r>
            <a:endParaRPr lang="zh-CN" altLang="en-US" dirty="0"/>
          </a:p>
          <a:p>
            <a:r>
              <a:rPr lang="en-US" altLang="zh-CN" dirty="0"/>
              <a:t>SparkSQL</a:t>
            </a:r>
            <a:r>
              <a:rPr lang="zh-CN" altLang="en-US" dirty="0"/>
              <a:t>：使用简单、</a:t>
            </a:r>
            <a:r>
              <a:rPr lang="en-US" altLang="zh-CN" dirty="0"/>
              <a:t>API</a:t>
            </a:r>
            <a:r>
              <a:rPr lang="zh-CN" altLang="en-US" dirty="0"/>
              <a:t>统一、兼容</a:t>
            </a:r>
            <a:r>
              <a:rPr lang="en-US" altLang="zh-CN" dirty="0"/>
              <a:t>HIVE</a:t>
            </a:r>
            <a:r>
              <a:rPr lang="zh-CN" altLang="en-US" dirty="0"/>
              <a:t>、支持标准化</a:t>
            </a:r>
            <a:r>
              <a:rPr lang="en-US" altLang="zh-CN" dirty="0"/>
              <a:t>JDBC</a:t>
            </a:r>
            <a:r>
              <a:rPr lang="zh-CN" altLang="en-US" dirty="0"/>
              <a:t>和</a:t>
            </a:r>
            <a:r>
              <a:rPr lang="en-US" altLang="zh-CN" dirty="0"/>
              <a:t>ODBC</a:t>
            </a:r>
            <a:r>
              <a:rPr lang="zh-CN" altLang="en-US" dirty="0"/>
              <a:t>连接</a:t>
            </a:r>
            <a:endParaRPr lang="zh-CN" altLang="en-US" dirty="0"/>
          </a:p>
          <a:p>
            <a:r>
              <a:rPr lang="en-US" altLang="zh-CN" dirty="0"/>
              <a:t>SparkSQL 2014</a:t>
            </a:r>
            <a:r>
              <a:rPr lang="zh-CN" altLang="en-US" dirty="0"/>
              <a:t>年正式发布，当下使用最多的</a:t>
            </a:r>
            <a:r>
              <a:rPr lang="en-US" altLang="zh-CN" dirty="0"/>
              <a:t>2.0</a:t>
            </a:r>
            <a:r>
              <a:rPr lang="zh-CN" altLang="en-US" dirty="0"/>
              <a:t>版</a:t>
            </a:r>
            <a:r>
              <a:rPr lang="en-US" altLang="zh-CN" dirty="0"/>
              <a:t>Spark</a:t>
            </a:r>
            <a:r>
              <a:rPr lang="zh-CN" altLang="en-US" dirty="0"/>
              <a:t>发布于</a:t>
            </a:r>
            <a:r>
              <a:rPr lang="en-US" altLang="zh-CN" dirty="0"/>
              <a:t>2016</a:t>
            </a:r>
            <a:r>
              <a:rPr lang="zh-CN" altLang="en-US" dirty="0"/>
              <a:t>年，当下使用的最新</a:t>
            </a:r>
            <a:r>
              <a:rPr lang="en-US" altLang="zh-CN" dirty="0"/>
              <a:t>3.0</a:t>
            </a:r>
            <a:r>
              <a:rPr lang="zh-CN" altLang="en-US" dirty="0"/>
              <a:t>办发布于</a:t>
            </a:r>
            <a:r>
              <a:rPr lang="en-US" altLang="zh-CN" dirty="0"/>
              <a:t>2019</a:t>
            </a:r>
            <a:r>
              <a:rPr lang="zh-CN" altLang="en-US" dirty="0"/>
              <a:t>年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SparkSQL </a:t>
            </a: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2.1 SparkSQL</a:t>
            </a:r>
            <a:r>
              <a:rPr lang="zh-CN" altLang="en-US" dirty="0"/>
              <a:t>和</a:t>
            </a:r>
            <a:r>
              <a:rPr lang="en-US" altLang="zh-CN" dirty="0"/>
              <a:t>Hive</a:t>
            </a:r>
            <a:r>
              <a:rPr lang="zh-CN" altLang="en-US" dirty="0"/>
              <a:t>的异同</a:t>
            </a:r>
            <a:endParaRPr lang="zh-CN" altLang="en-US" dirty="0"/>
          </a:p>
          <a:p>
            <a:r>
              <a:rPr lang="en-US" altLang="zh-CN" dirty="0"/>
              <a:t>2.2 SparkSQL</a:t>
            </a:r>
            <a:r>
              <a:rPr lang="zh-CN" altLang="en-US" dirty="0"/>
              <a:t>的数据抽象</a:t>
            </a:r>
            <a:endParaRPr lang="en-US" altLang="zh-CN" dirty="0"/>
          </a:p>
          <a:p>
            <a:r>
              <a:rPr lang="en-US" altLang="zh-CN" dirty="0"/>
              <a:t>2.3 SparkSQL</a:t>
            </a:r>
            <a:r>
              <a:rPr lang="zh-CN" altLang="en-US" dirty="0"/>
              <a:t>数据抽象的发展</a:t>
            </a:r>
            <a:endParaRPr lang="zh-CN" altLang="en-US" dirty="0"/>
          </a:p>
          <a:p>
            <a:r>
              <a:rPr lang="en-US" altLang="zh-CN" dirty="0"/>
              <a:t>2.4 DataFrame</a:t>
            </a:r>
            <a:r>
              <a:rPr lang="zh-CN" altLang="en-US" dirty="0"/>
              <a:t>数据抽象</a:t>
            </a:r>
            <a:endParaRPr lang="en-US" altLang="zh-CN" dirty="0"/>
          </a:p>
          <a:p>
            <a:r>
              <a:rPr lang="en-US" altLang="zh-CN" dirty="0"/>
              <a:t>2.6 SparkSession</a:t>
            </a:r>
            <a:r>
              <a:rPr lang="zh-CN" altLang="en-US" dirty="0"/>
              <a:t>对象</a:t>
            </a:r>
            <a:endParaRPr lang="zh-CN" altLang="en-US" dirty="0"/>
          </a:p>
          <a:p>
            <a:r>
              <a:rPr lang="en-US" altLang="zh-CN" dirty="0"/>
              <a:t>2.7 SparkSQL HelloWorld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1719580" y="5273040"/>
            <a:ext cx="1102360" cy="517525"/>
          </a:xfrm>
        </p:spPr>
        <p:txBody>
          <a:bodyPr/>
          <a:lstStyle/>
          <a:p>
            <a:pPr marL="0" indent="0">
              <a:buNone/>
            </a:pPr>
            <a:r>
              <a:rPr lang="en-US" sz="1800" b="1"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Spark</a:t>
            </a:r>
            <a:endParaRPr lang="en-US" sz="1800" b="1"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452880" y="1742440"/>
            <a:ext cx="5120640" cy="3376930"/>
            <a:chOff x="5568" y="2744"/>
            <a:chExt cx="8064" cy="5318"/>
          </a:xfrm>
        </p:grpSpPr>
        <p:sp>
          <p:nvSpPr>
            <p:cNvPr id="7" name="Oval 6"/>
            <p:cNvSpPr/>
            <p:nvPr/>
          </p:nvSpPr>
          <p:spPr>
            <a:xfrm>
              <a:off x="7339" y="3138"/>
              <a:ext cx="4523" cy="4523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分布式</a:t>
              </a:r>
              <a:r>
                <a:rPr lang="en-US" altLang="zh-CN"/>
                <a:t>SQL</a:t>
              </a:r>
              <a:r>
                <a:rPr lang="zh-CN" altLang="en-US"/>
                <a:t>计算引擎</a:t>
              </a:r>
              <a:endParaRPr lang="zh-CN" alt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953" y="2744"/>
              <a:ext cx="1771" cy="177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内存计算</a:t>
              </a:r>
              <a:endParaRPr lang="zh-CN" alt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568" y="4514"/>
              <a:ext cx="1771" cy="1771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无元数据管理</a:t>
              </a:r>
              <a:endParaRPr lang="zh-CN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953" y="6292"/>
              <a:ext cx="1771" cy="1771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底层运行</a:t>
              </a:r>
              <a:r>
                <a:rPr lang="en-US" altLang="zh-CN"/>
                <a:t>SparkRDD</a:t>
              </a:r>
              <a:endParaRPr lang="en-US" altLang="zh-CN"/>
            </a:p>
          </p:txBody>
        </p:sp>
        <p:sp>
          <p:nvSpPr>
            <p:cNvPr id="14" name="Oval 13"/>
            <p:cNvSpPr/>
            <p:nvPr/>
          </p:nvSpPr>
          <p:spPr>
            <a:xfrm>
              <a:off x="11515" y="2744"/>
              <a:ext cx="1771" cy="177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磁盘迭代</a:t>
              </a:r>
              <a:endParaRPr lang="zh-CN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1862" y="4515"/>
              <a:ext cx="1771" cy="1771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Metasotre</a:t>
              </a:r>
              <a:endParaRPr lang="en-US" altLang="zh-CN"/>
            </a:p>
          </p:txBody>
        </p:sp>
        <p:sp>
          <p:nvSpPr>
            <p:cNvPr id="16" name="Oval 15"/>
            <p:cNvSpPr/>
            <p:nvPr/>
          </p:nvSpPr>
          <p:spPr>
            <a:xfrm>
              <a:off x="11515" y="6285"/>
              <a:ext cx="1771" cy="1771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底层运行</a:t>
              </a:r>
              <a:r>
                <a:rPr lang="en-US" altLang="zh-CN" sz="1200"/>
                <a:t>MapReduce</a:t>
              </a:r>
              <a:endParaRPr lang="en-US" altLang="zh-CN" sz="1200"/>
            </a:p>
          </p:txBody>
        </p:sp>
      </p:grpSp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2.1 SparkSQL</a:t>
            </a:r>
            <a:r>
              <a:rPr>
                <a:sym typeface="+mn-ea"/>
              </a:rPr>
              <a:t>和</a:t>
            </a:r>
            <a:r>
              <a:rPr lang="en-US" altLang="zh-CN">
                <a:sym typeface="+mn-ea"/>
              </a:rPr>
              <a:t>Hive</a:t>
            </a:r>
            <a:r>
              <a:rPr>
                <a:sym typeface="+mn-ea"/>
              </a:rPr>
              <a:t>的异同</a:t>
            </a:r>
            <a:endParaRPr kumimoji="1" dirty="0"/>
          </a:p>
        </p:txBody>
      </p:sp>
      <p:sp>
        <p:nvSpPr>
          <p:cNvPr id="19" name="文本占位符 3"/>
          <p:cNvSpPr>
            <a:spLocks noGrp="1"/>
          </p:cNvSpPr>
          <p:nvPr/>
        </p:nvSpPr>
        <p:spPr>
          <a:xfrm>
            <a:off x="5361305" y="5273040"/>
            <a:ext cx="859790" cy="51752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Hive</a:t>
            </a:r>
            <a:endParaRPr lang="en-US">
              <a:sym typeface="+mn-ea"/>
            </a:endParaRPr>
          </a:p>
        </p:txBody>
      </p:sp>
      <p:sp>
        <p:nvSpPr>
          <p:cNvPr id="20" name="文本占位符 3"/>
          <p:cNvSpPr>
            <a:spLocks noGrp="1"/>
          </p:cNvSpPr>
          <p:nvPr/>
        </p:nvSpPr>
        <p:spPr>
          <a:xfrm>
            <a:off x="7774305" y="1742440"/>
            <a:ext cx="3647440" cy="340169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Hive</a:t>
            </a:r>
            <a:r>
              <a:rPr>
                <a:sym typeface="+mn-ea"/>
              </a:rPr>
              <a:t>和</a:t>
            </a:r>
            <a:r>
              <a:rPr lang="en-US" altLang="zh-CN">
                <a:sym typeface="+mn-ea"/>
              </a:rPr>
              <a:t>Spark </a:t>
            </a:r>
            <a:r>
              <a:rPr>
                <a:sym typeface="+mn-ea"/>
              </a:rPr>
              <a:t>均是：“分布式</a:t>
            </a:r>
            <a:r>
              <a:rPr lang="en-US" altLang="zh-CN">
                <a:sym typeface="+mn-ea"/>
              </a:rPr>
              <a:t>SQL</a:t>
            </a:r>
            <a:r>
              <a:rPr>
                <a:sym typeface="+mn-ea"/>
              </a:rPr>
              <a:t>计算引擎”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均是构建大规模结构化数据计算的绝佳利器，同时</a:t>
            </a:r>
            <a:r>
              <a:rPr lang="en-US" altLang="zh-CN">
                <a:sym typeface="+mn-ea"/>
              </a:rPr>
              <a:t>SparkSQL</a:t>
            </a:r>
            <a:r>
              <a:rPr>
                <a:sym typeface="+mn-ea"/>
              </a:rPr>
              <a:t>拥有更好的性能。</a:t>
            </a:r>
            <a:endParaRPr>
              <a:sym typeface="+mn-ea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48640" y="2870835"/>
            <a:ext cx="1124585" cy="112458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SQL\</a:t>
            </a:r>
            <a:r>
              <a:rPr lang="zh-CN" altLang="en-US"/>
              <a:t>代码混合执行</a:t>
            </a:r>
            <a:endParaRPr lang="zh-CN" altLang="en-US"/>
          </a:p>
        </p:txBody>
      </p:sp>
      <p:sp>
        <p:nvSpPr>
          <p:cNvPr id="23" name="Oval 22"/>
          <p:cNvSpPr/>
          <p:nvPr/>
        </p:nvSpPr>
        <p:spPr>
          <a:xfrm>
            <a:off x="6353810" y="2866390"/>
            <a:ext cx="1124585" cy="112458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仅能以</a:t>
            </a:r>
            <a:r>
              <a:rPr lang="en-US" altLang="zh-CN"/>
              <a:t>SQL</a:t>
            </a:r>
            <a:r>
              <a:rPr lang="zh-CN" altLang="en-US"/>
              <a:t>开发</a:t>
            </a:r>
            <a:endParaRPr lang="zh-CN" altLang="en-US"/>
          </a:p>
        </p:txBody>
      </p:sp>
      <p:sp>
        <p:nvSpPr>
          <p:cNvPr id="24" name="Rounded Rectangle 23"/>
          <p:cNvSpPr/>
          <p:nvPr/>
        </p:nvSpPr>
        <p:spPr>
          <a:xfrm>
            <a:off x="1637030" y="5890895"/>
            <a:ext cx="4835525" cy="61023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都可以运行在</a:t>
            </a:r>
            <a:r>
              <a:rPr lang="en-US" altLang="zh-CN"/>
              <a:t>YARN</a:t>
            </a:r>
            <a:r>
              <a:rPr lang="zh-CN" altLang="en-US"/>
              <a:t>之上</a:t>
            </a:r>
            <a:endParaRPr lang="zh-CN" altLang="en-US"/>
          </a:p>
        </p:txBody>
      </p:sp>
      <p:sp>
        <p:nvSpPr>
          <p:cNvPr id="25" name="文本占位符 3"/>
          <p:cNvSpPr>
            <a:spLocks noGrp="1"/>
          </p:cNvSpPr>
          <p:nvPr/>
        </p:nvSpPr>
        <p:spPr>
          <a:xfrm>
            <a:off x="7774305" y="5115560"/>
            <a:ext cx="3492500" cy="122428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ym typeface="+mn-ea"/>
              </a:rPr>
              <a:t>目前，企业中使用</a:t>
            </a:r>
            <a:r>
              <a:rPr lang="en-US" altLang="zh-CN">
                <a:sym typeface="+mn-ea"/>
              </a:rPr>
              <a:t>Hive</a:t>
            </a:r>
            <a:r>
              <a:rPr>
                <a:sym typeface="+mn-ea"/>
              </a:rPr>
              <a:t>仍旧居多，但</a:t>
            </a:r>
            <a:r>
              <a:rPr lang="en-US" altLang="zh-CN">
                <a:sym typeface="+mn-ea"/>
              </a:rPr>
              <a:t>SparkSQL</a:t>
            </a:r>
            <a:r>
              <a:rPr>
                <a:sym typeface="+mn-ea"/>
              </a:rPr>
              <a:t>将会在很近的未来替代</a:t>
            </a:r>
            <a:r>
              <a:rPr lang="en-US" altLang="zh-CN">
                <a:sym typeface="+mn-ea"/>
              </a:rPr>
              <a:t>Hive</a:t>
            </a:r>
            <a:r>
              <a:rPr>
                <a:sym typeface="+mn-ea"/>
              </a:rPr>
              <a:t>成为分布式</a:t>
            </a:r>
            <a:r>
              <a:rPr lang="en-US" altLang="zh-CN">
                <a:sym typeface="+mn-ea"/>
              </a:rPr>
              <a:t>SQL</a:t>
            </a:r>
            <a:r>
              <a:rPr>
                <a:sym typeface="+mn-ea"/>
              </a:rPr>
              <a:t>计算市场的顶级</a:t>
            </a:r>
            <a:endParaRPr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2.2 SparkSQL</a:t>
            </a:r>
            <a:r>
              <a:rPr>
                <a:sym typeface="+mn-ea"/>
              </a:rPr>
              <a:t>的数据抽象</a:t>
            </a:r>
            <a:endParaRPr>
              <a:sym typeface="+mn-ea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539750" y="1988820"/>
          <a:ext cx="5678805" cy="3785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1" name="文本占位符 3"/>
          <p:cNvSpPr>
            <a:spLocks noGrp="1"/>
          </p:cNvSpPr>
          <p:nvPr/>
        </p:nvSpPr>
        <p:spPr>
          <a:xfrm>
            <a:off x="6655435" y="1591945"/>
            <a:ext cx="5307330" cy="457962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Pandas - DataFrame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rgbClr val="FF0000"/>
                </a:solidFill>
                <a:sym typeface="+mn-ea"/>
              </a:rPr>
              <a:t>二维表数据结构</a:t>
            </a:r>
            <a:endParaRPr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单机（本地）集合</a:t>
            </a:r>
            <a:endParaRPr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SparkCore - RDD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无标准数据结构，存储什么数据均可</a:t>
            </a:r>
            <a:endParaRPr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分布式集合（分区）</a:t>
            </a:r>
            <a:endParaRPr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SparkSQL - DataFrame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rgbClr val="FF0000"/>
                </a:solidFill>
                <a:sym typeface="+mn-ea"/>
              </a:rPr>
              <a:t>二维表数据结构</a:t>
            </a:r>
            <a:endParaRPr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分布式集合（分区）</a:t>
            </a:r>
            <a:endParaRPr lang="en-US" altLang="zh-CN">
              <a:solidFill>
                <a:schemeClr val="bg2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2.2 SparkSQL</a:t>
            </a:r>
            <a:r>
              <a:rPr>
                <a:sym typeface="+mn-ea"/>
              </a:rPr>
              <a:t>的数据抽象</a:t>
            </a:r>
            <a:endParaRPr>
              <a:sym typeface="+mn-ea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539750" y="1988820"/>
          <a:ext cx="5678805" cy="3785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1" name="文本占位符 3"/>
          <p:cNvSpPr>
            <a:spLocks noGrp="1"/>
          </p:cNvSpPr>
          <p:nvPr/>
        </p:nvSpPr>
        <p:spPr>
          <a:xfrm>
            <a:off x="6390005" y="1591945"/>
            <a:ext cx="5678805" cy="457962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SparkSQL 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其实有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3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类数据抽象对象</a:t>
            </a:r>
            <a:endParaRPr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SchemaRDD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对象（已废弃）</a:t>
            </a:r>
            <a:endParaRPr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DataSet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对象：可用于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Java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Scala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语言</a:t>
            </a:r>
            <a:endParaRPr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对象：可用于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Java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Scala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Python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R</a:t>
            </a:r>
            <a:endParaRPr lang="en-US" altLang="zh-CN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endParaRPr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我们以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Python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开发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SparkSQL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，主要使用的就是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>
                <a:solidFill>
                  <a:schemeClr val="bg2">
                    <a:lumMod val="50000"/>
                  </a:schemeClr>
                </a:solidFill>
                <a:sym typeface="+mn-ea"/>
              </a:rPr>
              <a:t>对象作为核心数据结构</a:t>
            </a:r>
            <a:endParaRPr>
              <a:solidFill>
                <a:schemeClr val="bg2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2.3 SparkSQL</a:t>
            </a:r>
            <a:r>
              <a:rPr>
                <a:sym typeface="+mn-ea"/>
              </a:rPr>
              <a:t>数据抽象的发展</a:t>
            </a:r>
            <a:endParaRPr>
              <a:sym typeface="+mn-ea"/>
            </a:endParaRPr>
          </a:p>
        </p:txBody>
      </p:sp>
      <p:pic>
        <p:nvPicPr>
          <p:cNvPr id="5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2766060" y="1457325"/>
            <a:ext cx="6659880" cy="278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占位符 3"/>
          <p:cNvSpPr>
            <a:spLocks noGrp="1"/>
          </p:cNvSpPr>
          <p:nvPr/>
        </p:nvSpPr>
        <p:spPr>
          <a:xfrm>
            <a:off x="1235075" y="4008120"/>
            <a:ext cx="10122535" cy="284988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从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SparkSQL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的发展历史可以看到：</a:t>
            </a: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14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年最早的数据抽象是：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SchemaRDD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（内部存储二维表数据结构的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RDD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），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SchemaRDD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就是魔改的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RDD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，将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RDD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支持的存储数据，限定为二维表数据结构用以支持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SQL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查询。由于是魔改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RDD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，只是一个过渡产品，现已废弃。</a:t>
            </a: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15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年发布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对象，基于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Pandas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的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（模仿）独立于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RDD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进行实现，将数据以二维表结构进行存储并支持分布式运行</a:t>
            </a: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16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年发布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DataSet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对象，在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之上添加了泛型的支持，用以更好的支持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Java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和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Scala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这两个支持泛型的编程语言</a:t>
            </a: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16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年，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Spark2.0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版本，将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和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DataSet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进行合并。其底层均是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DataSet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对象，但在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Python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和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R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语言到用时，显示为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对象。和老的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对象没有区别</a:t>
            </a: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2.4 </a:t>
            </a:r>
            <a:r>
              <a:rPr lang="en-US" altLang="zh-CN">
                <a:sym typeface="+mn-ea"/>
              </a:rPr>
              <a:t>DataFrame</a:t>
            </a:r>
            <a:r>
              <a:rPr>
                <a:sym typeface="+mn-ea"/>
              </a:rPr>
              <a:t>概述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2" name="Diagram 1"/>
          <p:cNvGraphicFramePr/>
          <p:nvPr/>
        </p:nvGraphicFramePr>
        <p:xfrm>
          <a:off x="621665" y="2002790"/>
          <a:ext cx="5791835" cy="386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4" name="Diagram 3"/>
          <p:cNvGraphicFramePr/>
          <p:nvPr/>
        </p:nvGraphicFramePr>
        <p:xfrm>
          <a:off x="5795645" y="2002790"/>
          <a:ext cx="5791835" cy="386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7" name="文本占位符 3"/>
          <p:cNvSpPr>
            <a:spLocks noGrp="1"/>
          </p:cNvSpPr>
          <p:nvPr/>
        </p:nvSpPr>
        <p:spPr>
          <a:xfrm>
            <a:off x="3768090" y="5863590"/>
            <a:ext cx="4655820" cy="99441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和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RDD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都是：弹性的、分布式的、数据集</a:t>
            </a: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只是，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DataFrame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存储的数据结构“限定”为：二维表结构化数据</a:t>
            </a: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而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sym typeface="+mn-ea"/>
              </a:rPr>
              <a:t>RDD</a:t>
            </a:r>
            <a:r>
              <a:rPr sz="1200">
                <a:solidFill>
                  <a:schemeClr val="bg2">
                    <a:lumMod val="50000"/>
                  </a:schemeClr>
                </a:solidFill>
                <a:sym typeface="+mn-ea"/>
              </a:rPr>
              <a:t>可以存储的数据则没有任何限制，想处理什么就处理什么</a:t>
            </a:r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+mn-ea"/>
              </a:rPr>
              <a:t>2.4 </a:t>
            </a:r>
            <a:r>
              <a:rPr lang="en-US" altLang="zh-CN">
                <a:sym typeface="+mn-ea"/>
              </a:rPr>
              <a:t>DataFrame</a:t>
            </a:r>
            <a:r>
              <a:rPr>
                <a:sym typeface="+mn-ea"/>
              </a:rPr>
              <a:t>概述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占位符 3"/>
          <p:cNvSpPr>
            <a:spLocks noGrp="1"/>
          </p:cNvSpPr>
          <p:nvPr/>
        </p:nvSpPr>
        <p:spPr>
          <a:xfrm>
            <a:off x="837565" y="3214370"/>
            <a:ext cx="2235200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200">
              <a:solidFill>
                <a:schemeClr val="bg2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2283460"/>
            <a:ext cx="2654300" cy="13208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37565" y="1724025"/>
            <a:ext cx="495935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假定有如下数据集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685" y="1889760"/>
            <a:ext cx="4052570" cy="14185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文本框 12"/>
          <p:cNvSpPr txBox="1"/>
          <p:nvPr/>
        </p:nvSpPr>
        <p:spPr>
          <a:xfrm>
            <a:off x="5013960" y="2030730"/>
            <a:ext cx="2528570" cy="145732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3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按二维表格存储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2"/>
          <p:cNvSpPr txBox="1"/>
          <p:nvPr/>
        </p:nvSpPr>
        <p:spPr>
          <a:xfrm>
            <a:off x="5013960" y="3717290"/>
            <a:ext cx="2528570" cy="9036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3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按数组对象存储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r="24968"/>
          <a:stretch>
            <a:fillRect/>
          </a:stretch>
        </p:blipFill>
        <p:spPr>
          <a:xfrm>
            <a:off x="7893685" y="3604260"/>
            <a:ext cx="3324225" cy="1146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文本框 12"/>
          <p:cNvSpPr txBox="1"/>
          <p:nvPr/>
        </p:nvSpPr>
        <p:spPr>
          <a:xfrm>
            <a:off x="3798570" y="5175250"/>
            <a:ext cx="4959350" cy="8235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是按照二维表格的形式存储数据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则是存储对象本身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715" y="2548890"/>
            <a:ext cx="4052570" cy="14185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rcRect r="24968"/>
          <a:stretch>
            <a:fillRect/>
          </a:stretch>
        </p:blipFill>
        <p:spPr>
          <a:xfrm>
            <a:off x="8575675" y="2684780"/>
            <a:ext cx="3324225" cy="11461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6983095" y="4260850"/>
            <a:ext cx="2880360" cy="368300"/>
          </a:xfrm>
          <a:prstGeom prst="rect">
            <a:avLst/>
          </a:prstGeom>
          <a:noFill/>
        </p:spPr>
        <p:txBody>
          <a:bodyPr wrap="none" anchor="t">
            <a:spAutoFit/>
          </a:bodyPr>
          <a:p>
            <a:pPr marL="0" indent="0">
              <a:buNone/>
            </a:pP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谁更适合用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SQL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进行处理？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781365" y="76164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2.5 SparkSession</a:t>
            </a:r>
            <a:r>
              <a:rPr>
                <a:sym typeface="+mn-ea"/>
              </a:rPr>
              <a:t>对象</a:t>
            </a:r>
            <a:endParaRPr>
              <a:sym typeface="+mn-ea"/>
            </a:endParaRPr>
          </a:p>
        </p:txBody>
      </p:sp>
      <p:sp>
        <p:nvSpPr>
          <p:cNvPr id="17" name="文本框 12"/>
          <p:cNvSpPr txBox="1"/>
          <p:nvPr/>
        </p:nvSpPr>
        <p:spPr>
          <a:xfrm>
            <a:off x="875665" y="1429385"/>
            <a:ext cx="8365490" cy="23736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阶段，程序的执行入口对象是：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SparkContext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 2.0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后，推出了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SparkSession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对象，作为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编码的统一入口对象。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SparkSession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对象可以：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编程作为入口对象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SparkCore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编程，可以通过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SparkSession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对象中获取到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SparkContext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所以，我们后续的代码，执行环境入口对象，统一变更为</a:t>
            </a:r>
            <a:r>
              <a:rPr lang="en-US" altLang="zh-CN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SparkSession</a:t>
            </a: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endParaRPr lang="zh-CN" altLang="en-US" sz="140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50035" y="4341495"/>
            <a:ext cx="1863090" cy="67183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SparkContext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550035" y="5244465"/>
            <a:ext cx="1863090" cy="67183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RDD</a:t>
            </a:r>
            <a:r>
              <a:rPr lang="zh-CN" altLang="en-US"/>
              <a:t>编程</a:t>
            </a:r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851015" y="4341495"/>
            <a:ext cx="1863090" cy="67183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SparkSession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801360" y="5244465"/>
            <a:ext cx="1863090" cy="67183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RDD</a:t>
            </a:r>
            <a:r>
              <a:rPr lang="zh-CN" altLang="en-US"/>
              <a:t>编程</a:t>
            </a:r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7971790" y="5244465"/>
            <a:ext cx="1863090" cy="67183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SparkSQL</a:t>
            </a:r>
            <a:r>
              <a:rPr lang="zh-CN" altLang="en-US"/>
              <a:t>编程</a:t>
            </a:r>
            <a:endParaRPr lang="zh-CN" altLang="en-US"/>
          </a:p>
        </p:txBody>
      </p:sp>
      <p:cxnSp>
        <p:nvCxnSpPr>
          <p:cNvPr id="9" name="Straight Arrow Connector 8"/>
          <p:cNvCxnSpPr>
            <a:stCxn id="4" idx="2"/>
            <a:endCxn id="5" idx="0"/>
          </p:cNvCxnSpPr>
          <p:nvPr/>
        </p:nvCxnSpPr>
        <p:spPr>
          <a:xfrm>
            <a:off x="2481580" y="5013325"/>
            <a:ext cx="0" cy="231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 flipH="1">
            <a:off x="6732905" y="5013325"/>
            <a:ext cx="1049655" cy="231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  <a:endCxn id="8" idx="0"/>
          </p:cNvCxnSpPr>
          <p:nvPr/>
        </p:nvCxnSpPr>
        <p:spPr>
          <a:xfrm>
            <a:off x="7782560" y="5013325"/>
            <a:ext cx="1120775" cy="231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Arrow 12"/>
          <p:cNvSpPr/>
          <p:nvPr/>
        </p:nvSpPr>
        <p:spPr>
          <a:xfrm>
            <a:off x="4292600" y="4963160"/>
            <a:ext cx="1201420" cy="33083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781365" y="76164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2.5 SparkSession</a:t>
            </a:r>
            <a:r>
              <a:rPr>
                <a:sym typeface="+mn-ea"/>
              </a:rPr>
              <a:t>对象</a:t>
            </a:r>
            <a:endParaRPr>
              <a:sym typeface="+mn-ea"/>
            </a:endParaRPr>
          </a:p>
        </p:txBody>
      </p:sp>
      <p:sp>
        <p:nvSpPr>
          <p:cNvPr id="17" name="文本框 12"/>
          <p:cNvSpPr txBox="1"/>
          <p:nvPr/>
        </p:nvSpPr>
        <p:spPr>
          <a:xfrm>
            <a:off x="856615" y="1278890"/>
            <a:ext cx="836549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现在，来体验一下构建执行环境入口对象：</a:t>
            </a:r>
            <a:r>
              <a:rPr lang="en-US" altLang="zh-CN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SparkSession</a:t>
            </a:r>
            <a:endParaRPr lang="en-US" altLang="zh-CN" sz="140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856615" y="2192020"/>
            <a:ext cx="5427345" cy="332295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coding:utf8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SparkSQL 中的入口对象是SparkSession对象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SparkSession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if __name__ == '__main__':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构建SparkSession对象, 这个对象是 构建器模式 通过builder方法来构建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 = SparkSession.builder.\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appName("local[*]").\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config("spark.sql.shuffle.partitions", "4").\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getOrCreate()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appName 设置程序名称, config设置一些常用属性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最后通过getOrCreate()方法 创建SparkSession对象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10" name="文本框 12"/>
          <p:cNvSpPr txBox="1"/>
          <p:nvPr/>
        </p:nvSpPr>
        <p:spPr>
          <a:xfrm>
            <a:off x="856615" y="1790700"/>
            <a:ext cx="836549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构建</a:t>
            </a:r>
            <a:r>
              <a:rPr lang="en-US" altLang="zh-CN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SparkSession</a:t>
            </a: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核心代码</a:t>
            </a:r>
            <a:endParaRPr lang="zh-CN" altLang="en-US" sz="140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781365" y="76164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2.6 SparkSQL HelloWorld </a:t>
            </a:r>
            <a:r>
              <a:rPr>
                <a:sym typeface="+mn-ea"/>
              </a:rPr>
              <a:t>演示</a:t>
            </a:r>
            <a:endParaRPr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80" y="1739265"/>
            <a:ext cx="1257300" cy="2413000"/>
          </a:xfrm>
          <a:prstGeom prst="rect">
            <a:avLst/>
          </a:prstGeom>
        </p:spPr>
      </p:pic>
      <p:sp>
        <p:nvSpPr>
          <p:cNvPr id="6" name="文本框 12"/>
          <p:cNvSpPr txBox="1"/>
          <p:nvPr/>
        </p:nvSpPr>
        <p:spPr>
          <a:xfrm>
            <a:off x="781050" y="1355725"/>
            <a:ext cx="495935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有如下数据集：列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1ID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，列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学科，列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分数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5321300" y="1355725"/>
            <a:ext cx="4959350" cy="7804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需求：读取文件，找出学科为“语文”的数据，并限制输出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条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where subject = '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语文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 limit 5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5321300" y="2059940"/>
            <a:ext cx="495935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代码如下：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5463540" y="2366645"/>
            <a:ext cx="5427345" cy="41306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coding:utf8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SparkSQL 中的入口对象是SparkSession对象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SparkSession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if __name__ == '__main__':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构建SparkSession对象, 这个对象是 构建器模式 通过builder方法来构建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 = SparkSession.builder.\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appName("local[*]").\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config("spark.sql.shuffle.partitions", "4").\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getOrCreate()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appName 设置程序名称, config设置一些常用属性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最后通过getOrCreate()方法 创建SparkSession对象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spark.read.csv('../data/sql/stu_score.txt', sep=',', header=False)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df2 = df.toDF('id', 'name', 'score')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df2.printSchema()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df2.show()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df2.createTempView("score")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SQL 风格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spark.sql("""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SELECT * FROM score WHERE name='语文' LIMIT 5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""").show()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DSL 风格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df2.where("name='语文'").limit(5).show()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12" name="文本框 12"/>
          <p:cNvSpPr txBox="1"/>
          <p:nvPr/>
        </p:nvSpPr>
        <p:spPr>
          <a:xfrm>
            <a:off x="881380" y="4481195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数据集文件：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资料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\data\sql\stu_score.txt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12"/>
          <p:cNvSpPr txBox="1"/>
          <p:nvPr/>
        </p:nvSpPr>
        <p:spPr>
          <a:xfrm>
            <a:off x="983615" y="5453380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注意：右侧代码同学们不需要练习，只是</a:t>
            </a:r>
            <a:endParaRPr lang="zh-CN" altLang="en-US" sz="140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先体验一下</a:t>
            </a:r>
            <a:r>
              <a:rPr lang="en-US" altLang="zh-CN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的数据处理</a:t>
            </a:r>
            <a:endParaRPr lang="zh-CN" altLang="en-US" sz="140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400" dirty="0"/>
              <a:t>SparkSQL </a:t>
            </a:r>
            <a:r>
              <a:rPr lang="zh-CN" altLang="en-US" sz="1400" dirty="0"/>
              <a:t>和 </a:t>
            </a:r>
            <a:r>
              <a:rPr lang="en-US" altLang="zh-CN" sz="1400" dirty="0"/>
              <a:t>Hive</a:t>
            </a:r>
            <a:r>
              <a:rPr lang="zh-CN" altLang="en-US" sz="1400" dirty="0"/>
              <a:t>同样，都是用于大规模</a:t>
            </a:r>
            <a:r>
              <a:rPr lang="en-US" altLang="zh-CN" sz="1400" dirty="0"/>
              <a:t>SQL</a:t>
            </a:r>
            <a:r>
              <a:rPr lang="zh-CN" altLang="en-US" sz="1400" dirty="0"/>
              <a:t>分布式计算的计算框架，均可以运行在</a:t>
            </a:r>
            <a:r>
              <a:rPr lang="en-US" altLang="zh-CN" sz="1400" dirty="0"/>
              <a:t>YARN</a:t>
            </a:r>
            <a:r>
              <a:rPr lang="zh-CN" altLang="en-US" sz="1400" dirty="0"/>
              <a:t>之上，在企业中广泛被应用</a:t>
            </a:r>
            <a:endParaRPr lang="zh-CN" altLang="en-US" sz="1400" dirty="0"/>
          </a:p>
          <a:p>
            <a:r>
              <a:rPr lang="en-US" altLang="zh-CN" sz="1400" dirty="0"/>
              <a:t>SparkSQL</a:t>
            </a:r>
            <a:r>
              <a:rPr lang="zh-CN" altLang="en-US" sz="1400" dirty="0"/>
              <a:t>的数据抽象为：</a:t>
            </a:r>
            <a:r>
              <a:rPr lang="en-US" altLang="zh-CN" sz="1400" dirty="0"/>
              <a:t>SchemaRDD</a:t>
            </a:r>
            <a:r>
              <a:rPr lang="zh-CN" altLang="en-US" sz="1400" dirty="0"/>
              <a:t>（废弃）、</a:t>
            </a:r>
            <a:r>
              <a:rPr lang="en-US" altLang="zh-CN" sz="1400" dirty="0"/>
              <a:t>DataFrame</a:t>
            </a:r>
            <a:r>
              <a:rPr lang="zh-CN" altLang="en-US" sz="1400" dirty="0"/>
              <a:t>（</a:t>
            </a:r>
            <a:r>
              <a:rPr lang="en-US" altLang="zh-CN" sz="1400" dirty="0"/>
              <a:t>Python</a:t>
            </a:r>
            <a:r>
              <a:rPr lang="zh-CN" altLang="en-US" sz="1400" dirty="0"/>
              <a:t>、</a:t>
            </a:r>
            <a:r>
              <a:rPr lang="en-US" altLang="zh-CN" sz="1400" dirty="0"/>
              <a:t>R</a:t>
            </a:r>
            <a:r>
              <a:rPr lang="zh-CN" altLang="en-US" sz="1400" dirty="0"/>
              <a:t>、</a:t>
            </a:r>
            <a:r>
              <a:rPr lang="en-US" altLang="zh-CN" sz="1400" dirty="0"/>
              <a:t>Java</a:t>
            </a:r>
            <a:r>
              <a:rPr lang="zh-CN" altLang="en-US" sz="1400" dirty="0"/>
              <a:t>、</a:t>
            </a:r>
            <a:r>
              <a:rPr lang="en-US" altLang="zh-CN" sz="1400" dirty="0"/>
              <a:t>Scala</a:t>
            </a:r>
            <a:r>
              <a:rPr lang="zh-CN" altLang="en-US" sz="1400" dirty="0"/>
              <a:t>）、</a:t>
            </a:r>
            <a:r>
              <a:rPr lang="en-US" altLang="zh-CN" sz="1400" dirty="0"/>
              <a:t>DataSet</a:t>
            </a:r>
            <a:r>
              <a:rPr lang="zh-CN" altLang="en-US" sz="1400" dirty="0"/>
              <a:t>（</a:t>
            </a:r>
            <a:r>
              <a:rPr lang="en-US" altLang="zh-CN" sz="1400" dirty="0"/>
              <a:t>Java</a:t>
            </a:r>
            <a:r>
              <a:rPr lang="zh-CN" altLang="en-US" sz="1400" dirty="0"/>
              <a:t>、</a:t>
            </a:r>
            <a:r>
              <a:rPr lang="en-US" altLang="zh-CN" sz="1400" dirty="0"/>
              <a:t>Scala</a:t>
            </a:r>
            <a:r>
              <a:rPr lang="zh-CN" altLang="en-US" sz="1400" dirty="0"/>
              <a:t>）。</a:t>
            </a:r>
            <a:endParaRPr lang="zh-CN" altLang="en-US" sz="1400" dirty="0"/>
          </a:p>
          <a:p>
            <a:r>
              <a:rPr lang="en-US" altLang="zh-CN" sz="1400" dirty="0"/>
              <a:t>DataFrame</a:t>
            </a:r>
            <a:r>
              <a:rPr lang="zh-CN" altLang="en-US" sz="1400" dirty="0"/>
              <a:t>同样是分布式数据集，有分区可以并行计算，和</a:t>
            </a:r>
            <a:r>
              <a:rPr lang="en-US" altLang="zh-CN" sz="1400" dirty="0"/>
              <a:t>RDD</a:t>
            </a:r>
            <a:r>
              <a:rPr lang="zh-CN" altLang="en-US" sz="1400" dirty="0"/>
              <a:t>不同的是，</a:t>
            </a:r>
            <a:r>
              <a:rPr lang="en-US" altLang="zh-CN" sz="1400" dirty="0"/>
              <a:t>DataFrame</a:t>
            </a:r>
            <a:r>
              <a:rPr lang="zh-CN" altLang="en-US" sz="1400" dirty="0"/>
              <a:t>中存储的数据结构是以表格形式组织的，方便进行</a:t>
            </a:r>
            <a:r>
              <a:rPr lang="en-US" altLang="zh-CN" sz="1400" dirty="0"/>
              <a:t>SQL</a:t>
            </a:r>
            <a:r>
              <a:rPr lang="zh-CN" altLang="en-US" sz="1400" dirty="0"/>
              <a:t>计算</a:t>
            </a:r>
            <a:endParaRPr lang="zh-CN" altLang="en-US" sz="1400" dirty="0"/>
          </a:p>
          <a:p>
            <a:r>
              <a:rPr lang="en-US" altLang="zh-CN" sz="1400" dirty="0"/>
              <a:t>DataFrame</a:t>
            </a:r>
            <a:r>
              <a:rPr lang="zh-CN" altLang="en-US" sz="1400" dirty="0"/>
              <a:t>对比</a:t>
            </a:r>
            <a:r>
              <a:rPr lang="en-US" altLang="zh-CN" sz="1400" dirty="0"/>
              <a:t>DataSet</a:t>
            </a:r>
            <a:r>
              <a:rPr lang="zh-CN" altLang="en-US" sz="1400" dirty="0"/>
              <a:t>基本相同，不同的是</a:t>
            </a:r>
            <a:r>
              <a:rPr lang="en-US" altLang="zh-CN" sz="1400" dirty="0"/>
              <a:t>DataSet</a:t>
            </a:r>
            <a:r>
              <a:rPr lang="zh-CN" altLang="en-US" sz="1400" dirty="0"/>
              <a:t>支持泛型特性，可以让</a:t>
            </a:r>
            <a:r>
              <a:rPr lang="en-US" altLang="zh-CN" sz="1400" dirty="0"/>
              <a:t>Java</a:t>
            </a:r>
            <a:r>
              <a:rPr lang="zh-CN" altLang="en-US" sz="1400" dirty="0"/>
              <a:t>、</a:t>
            </a:r>
            <a:r>
              <a:rPr lang="en-US" altLang="zh-CN" sz="1400" dirty="0"/>
              <a:t>Scala</a:t>
            </a:r>
            <a:r>
              <a:rPr lang="zh-CN" altLang="en-US" sz="1400" dirty="0"/>
              <a:t>语言更好的利用到。</a:t>
            </a:r>
            <a:endParaRPr lang="zh-CN" altLang="en-US" sz="1400" dirty="0"/>
          </a:p>
          <a:p>
            <a:r>
              <a:rPr lang="en-US" altLang="zh-CN" sz="1400" dirty="0"/>
              <a:t>SparkSession</a:t>
            </a:r>
            <a:r>
              <a:rPr lang="zh-CN" altLang="en-US" sz="1400" dirty="0"/>
              <a:t>是</a:t>
            </a:r>
            <a:r>
              <a:rPr lang="en-US" altLang="zh-CN" sz="1400" dirty="0"/>
              <a:t>2.0</a:t>
            </a:r>
            <a:r>
              <a:rPr lang="zh-CN" altLang="en-US" sz="1400" dirty="0"/>
              <a:t>后退出的新执行环境入口对象，可以用于</a:t>
            </a:r>
            <a:r>
              <a:rPr lang="en-US" altLang="zh-CN" sz="1400" dirty="0"/>
              <a:t>RDD</a:t>
            </a:r>
            <a:r>
              <a:rPr lang="zh-CN" altLang="en-US" sz="1400" dirty="0"/>
              <a:t>、</a:t>
            </a:r>
            <a:r>
              <a:rPr lang="en-US" altLang="zh-CN" sz="1400" dirty="0"/>
              <a:t>SQL</a:t>
            </a:r>
            <a:r>
              <a:rPr lang="zh-CN" altLang="en-US" sz="1400" dirty="0"/>
              <a:t>等编程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DataFrame</a:t>
            </a:r>
            <a:r>
              <a:rPr lang="zh-CN" altLang="en-US" dirty="0"/>
              <a:t>入门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CN" sz="1200" dirty="0"/>
              <a:t>3.1 DataFrame</a:t>
            </a:r>
            <a:r>
              <a:rPr lang="zh-CN" altLang="en-US" sz="1200" dirty="0"/>
              <a:t>的组成</a:t>
            </a:r>
            <a:endParaRPr lang="zh-CN" altLang="en-US" sz="1200" dirty="0"/>
          </a:p>
          <a:p>
            <a:r>
              <a:rPr lang="en-US" altLang="zh-CN" sz="1200" dirty="0"/>
              <a:t>3.2 DataFrame</a:t>
            </a:r>
            <a:r>
              <a:rPr lang="zh-CN" altLang="en-US" sz="1200" dirty="0"/>
              <a:t>的代码构建</a:t>
            </a:r>
            <a:endParaRPr lang="zh-CN" altLang="en-US" sz="1200" dirty="0"/>
          </a:p>
          <a:p>
            <a:r>
              <a:rPr lang="en-US" altLang="zh-CN" sz="1200" dirty="0"/>
              <a:t>3.3 DataFrame</a:t>
            </a:r>
            <a:r>
              <a:rPr lang="zh-CN" altLang="en-US" sz="1200" dirty="0"/>
              <a:t>的入门操作</a:t>
            </a:r>
            <a:endParaRPr lang="zh-CN" altLang="en-US" sz="1200" dirty="0"/>
          </a:p>
          <a:p>
            <a:r>
              <a:rPr lang="en-US" altLang="zh-CN" sz="1200" dirty="0"/>
              <a:t>3.4 </a:t>
            </a:r>
            <a:r>
              <a:rPr lang="zh-CN" altLang="en-US" sz="1200" dirty="0"/>
              <a:t>词频统计案例</a:t>
            </a:r>
            <a:endParaRPr lang="zh-CN" altLang="en-US" sz="1200" dirty="0"/>
          </a:p>
          <a:p>
            <a:r>
              <a:rPr lang="en-US" altLang="zh-CN" sz="1200" dirty="0"/>
              <a:t>3.5 </a:t>
            </a:r>
            <a:r>
              <a:rPr lang="zh-CN" altLang="en-US" sz="1200" dirty="0"/>
              <a:t>电影数据分析</a:t>
            </a:r>
            <a:endParaRPr lang="zh-CN" altLang="en-US" sz="1200" dirty="0"/>
          </a:p>
          <a:p>
            <a:r>
              <a:rPr lang="en-US" altLang="zh-CN" sz="1200" dirty="0"/>
              <a:t>3.6 </a:t>
            </a:r>
            <a:r>
              <a:rPr lang="en-US" altLang="zh-CN" sz="1200">
                <a:sym typeface="+mn-ea"/>
              </a:rPr>
              <a:t>SparkSQL Shuffle </a:t>
            </a:r>
            <a:r>
              <a:rPr sz="1200">
                <a:sym typeface="+mn-ea"/>
              </a:rPr>
              <a:t>分区数目</a:t>
            </a:r>
            <a:endParaRPr sz="1200">
              <a:sym typeface="+mn-ea"/>
            </a:endParaRPr>
          </a:p>
          <a:p>
            <a:r>
              <a:rPr lang="en-US" altLang="zh-CN" sz="1200" dirty="0"/>
              <a:t>3.7 SparkSQL </a:t>
            </a:r>
            <a:r>
              <a:rPr lang="zh-CN" altLang="en-US" sz="1200" dirty="0"/>
              <a:t>数据清洗</a:t>
            </a:r>
            <a:r>
              <a:rPr lang="en-US" altLang="zh-CN" sz="1200" dirty="0"/>
              <a:t>API</a:t>
            </a:r>
            <a:endParaRPr lang="en-US" altLang="zh-CN" sz="1200" dirty="0"/>
          </a:p>
          <a:p>
            <a:r>
              <a:rPr lang="en-US" altLang="zh-CN" sz="1200" dirty="0"/>
              <a:t>3.8 DataFrame</a:t>
            </a:r>
            <a:r>
              <a:rPr lang="zh-CN" altLang="en-US" sz="1200" dirty="0"/>
              <a:t>数据写出</a:t>
            </a:r>
            <a:endParaRPr lang="zh-CN" altLang="en-US" sz="1200" dirty="0"/>
          </a:p>
          <a:p>
            <a:r>
              <a:rPr lang="en-US" altLang="zh-CN" sz="1200" dirty="0"/>
              <a:t>3.9 </a:t>
            </a:r>
            <a:r>
              <a:rPr lang="en-US" altLang="zh-CN" sz="1200">
                <a:sym typeface="+mn-ea"/>
              </a:rPr>
              <a:t>DataFrame </a:t>
            </a:r>
            <a:r>
              <a:rPr sz="1200">
                <a:sym typeface="+mn-ea"/>
              </a:rPr>
              <a:t>通过</a:t>
            </a:r>
            <a:r>
              <a:rPr lang="en-US" altLang="zh-CN" sz="1200">
                <a:sym typeface="+mn-ea"/>
              </a:rPr>
              <a:t>JDBC</a:t>
            </a:r>
            <a:r>
              <a:rPr sz="1200">
                <a:sym typeface="+mn-ea"/>
              </a:rPr>
              <a:t>读写数据库（</a:t>
            </a:r>
            <a:r>
              <a:rPr lang="en-US" altLang="zh-CN" sz="1200">
                <a:sym typeface="+mn-ea"/>
              </a:rPr>
              <a:t>MySQL</a:t>
            </a:r>
            <a:r>
              <a:rPr sz="1200">
                <a:sym typeface="+mn-ea"/>
              </a:rPr>
              <a:t>示例）</a:t>
            </a:r>
            <a:endParaRPr lang="en-US" altLang="zh-CN" sz="12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3.1 DataFrame</a:t>
            </a:r>
            <a:r>
              <a:rPr>
                <a:sym typeface="+mn-ea"/>
              </a:rPr>
              <a:t>的组成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837565" y="2021840"/>
            <a:ext cx="5229225" cy="3537585"/>
          </a:xfrm>
        </p:spPr>
        <p:txBody>
          <a:bodyPr anchor="t"/>
          <a:p>
            <a:pPr marL="0" indent="0">
              <a:buFont typeface="+mj-lt"/>
              <a:buNone/>
            </a:pPr>
            <a:r>
              <a:rPr kumimoji="1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是一个二维表结构， 那么表格结构就有无法绕开的三个点：</a:t>
            </a:r>
            <a:endParaRPr kumimoji="1"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行</a:t>
            </a:r>
            <a:endParaRPr kumimoji="1"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列</a:t>
            </a:r>
            <a:endParaRPr kumimoji="1"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表结构描述</a:t>
            </a:r>
            <a:endParaRPr kumimoji="1"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比如，在</a:t>
            </a:r>
            <a:r>
              <a:rPr kumimoji="1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中的一张表：</a:t>
            </a:r>
            <a:endParaRPr kumimoji="1"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由许多行组成</a:t>
            </a:r>
            <a:endParaRPr kumimoji="1"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数据也被分成多个列</a:t>
            </a:r>
            <a:endParaRPr kumimoji="1"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kumimoji="1"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表也有表结构信息（列、列名、列类型、列约束等）</a:t>
            </a:r>
            <a:endParaRPr kumimoji="1"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占位符 1"/>
          <p:cNvSpPr>
            <a:spLocks noGrp="1"/>
          </p:cNvSpPr>
          <p:nvPr/>
        </p:nvSpPr>
        <p:spPr>
          <a:xfrm>
            <a:off x="6259830" y="1925955"/>
            <a:ext cx="5229225" cy="3726815"/>
          </a:xfrm>
          <a:prstGeom prst="rect">
            <a:avLst/>
          </a:prstGeom>
        </p:spPr>
        <p:txBody>
          <a:bodyPr anchor="t"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基于这个前提，</a:t>
            </a:r>
            <a:r>
              <a:rPr kumimoji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的组成如下：</a:t>
            </a:r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Font typeface="+mj-lt"/>
              <a:buNone/>
            </a:pPr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Font typeface="+mj-lt"/>
              <a:buNone/>
            </a:pP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在结构层面：</a:t>
            </a:r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Font typeface="+mj-lt"/>
              <a:buNone/>
            </a:pPr>
            <a:r>
              <a:rPr kumimoji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StructType</a:t>
            </a: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对象描述整个</a:t>
            </a:r>
            <a:r>
              <a:rPr kumimoji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的表结构</a:t>
            </a:r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Font typeface="+mj-lt"/>
              <a:buNone/>
            </a:pPr>
            <a:r>
              <a:rPr kumimoji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StructField</a:t>
            </a: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对象描述一个列的信息</a:t>
            </a:r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Font typeface="+mj-lt"/>
              <a:buNone/>
            </a:pPr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Font typeface="+mj-lt"/>
              <a:buNone/>
            </a:pP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在数据层面</a:t>
            </a:r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Font typeface="+mj-lt"/>
              <a:buNone/>
            </a:pPr>
            <a:r>
              <a:rPr kumimoji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Row</a:t>
            </a: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对象记录一行数据</a:t>
            </a:r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Font typeface="+mj-lt"/>
              <a:buNone/>
            </a:pPr>
            <a:r>
              <a:rPr kumimoji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Column</a:t>
            </a:r>
            <a:r>
              <a: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对象记录一列数据并包含列的信息</a:t>
            </a:r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3.1 DataFrame</a:t>
            </a:r>
            <a:r>
              <a:rPr>
                <a:sym typeface="+mn-ea"/>
              </a:rPr>
              <a:t>的组成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" y="1716405"/>
            <a:ext cx="5800725" cy="4867275"/>
          </a:xfrm>
          <a:prstGeom prst="rect">
            <a:avLst/>
          </a:prstGeom>
        </p:spPr>
      </p:pic>
      <p:sp>
        <p:nvSpPr>
          <p:cNvPr id="5" name="文本占位符 1"/>
          <p:cNvSpPr>
            <a:spLocks noGrp="1"/>
          </p:cNvSpPr>
          <p:nvPr/>
        </p:nvSpPr>
        <p:spPr>
          <a:xfrm>
            <a:off x="6358255" y="1066800"/>
            <a:ext cx="5604510" cy="5516880"/>
          </a:xfrm>
          <a:prstGeom prst="rect">
            <a:avLst/>
          </a:prstGeom>
        </p:spPr>
        <p:txBody>
          <a:bodyPr anchor="t"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kumimoji="1" lang="zh-CN" altLang="en-US" sz="1200" dirty="0"/>
              <a:t>如图， 在表结构层面，</a:t>
            </a:r>
            <a:r>
              <a:rPr kumimoji="1" sz="1200" dirty="0"/>
              <a:t>DataFrame</a:t>
            </a:r>
            <a:r>
              <a:rPr kumimoji="1" lang="zh-CN" altLang="en-US" sz="1200" dirty="0"/>
              <a:t>的表结构由：</a:t>
            </a:r>
            <a:endParaRPr kumimoji="1" lang="zh-CN" altLang="en-US" sz="1200" dirty="0"/>
          </a:p>
          <a:p>
            <a:pPr marL="0" indent="0">
              <a:buFont typeface="+mj-lt"/>
              <a:buNone/>
            </a:pPr>
            <a:r>
              <a:rPr kumimoji="1" sz="1200" dirty="0"/>
              <a:t>StructType</a:t>
            </a:r>
            <a:r>
              <a:rPr kumimoji="1" lang="zh-CN" altLang="en-US" sz="1200" dirty="0"/>
              <a:t>描述，如下图</a:t>
            </a:r>
            <a:endParaRPr kumimoji="1" lang="zh-CN" altLang="en-US" sz="1200" dirty="0"/>
          </a:p>
          <a:p>
            <a:pPr marL="0" indent="0">
              <a:buFont typeface="+mj-lt"/>
              <a:buNone/>
            </a:pPr>
            <a:endParaRPr kumimoji="1" lang="zh-CN" altLang="en-US" sz="1200" dirty="0"/>
          </a:p>
          <a:p>
            <a:pPr marL="0" indent="0">
              <a:buFont typeface="+mj-lt"/>
              <a:buNone/>
            </a:pPr>
            <a:endParaRPr kumimoji="1" lang="zh-CN" altLang="en-US" sz="1200" dirty="0"/>
          </a:p>
          <a:p>
            <a:pPr marL="0" indent="0">
              <a:buFont typeface="+mj-lt"/>
              <a:buNone/>
            </a:pPr>
            <a:endParaRPr kumimoji="1" lang="zh-CN" altLang="en-US" sz="1200" dirty="0"/>
          </a:p>
          <a:p>
            <a:pPr marL="0" indent="0">
              <a:buFont typeface="+mj-lt"/>
              <a:buNone/>
            </a:pPr>
            <a:endParaRPr kumimoji="1" lang="zh-CN" altLang="en-US" sz="1200" dirty="0"/>
          </a:p>
          <a:p>
            <a:pPr marL="0" indent="0">
              <a:buFont typeface="+mj-lt"/>
              <a:buNone/>
            </a:pPr>
            <a:endParaRPr kumimoji="1" lang="zh-CN" altLang="en-US" sz="1200" dirty="0"/>
          </a:p>
          <a:p>
            <a:pPr marL="0" indent="0">
              <a:buFont typeface="+mj-lt"/>
              <a:buNone/>
            </a:pPr>
            <a:r>
              <a:rPr kumimoji="1" lang="zh-CN" altLang="en-US" sz="1200" dirty="0"/>
              <a:t>一个</a:t>
            </a:r>
            <a:r>
              <a:rPr kumimoji="1" sz="1200" dirty="0"/>
              <a:t>StructField</a:t>
            </a:r>
            <a:r>
              <a:rPr kumimoji="1" lang="zh-CN" altLang="en-US" sz="1200" dirty="0"/>
              <a:t>记录：列名、列类型、列是否运行为空</a:t>
            </a:r>
            <a:endParaRPr kumimoji="1" lang="zh-CN" altLang="en-US" sz="1200" dirty="0"/>
          </a:p>
          <a:p>
            <a:pPr marL="0" indent="0">
              <a:buFont typeface="+mj-lt"/>
              <a:buNone/>
            </a:pPr>
            <a:r>
              <a:rPr kumimoji="1" lang="zh-CN" altLang="en-US" sz="1200" dirty="0"/>
              <a:t>多个</a:t>
            </a:r>
            <a:r>
              <a:rPr kumimoji="1" sz="1200" dirty="0"/>
              <a:t>StructField</a:t>
            </a:r>
            <a:r>
              <a:rPr kumimoji="1" lang="zh-CN" altLang="en-US" sz="1200" dirty="0"/>
              <a:t>组成一个</a:t>
            </a:r>
            <a:r>
              <a:rPr kumimoji="1" sz="1200" dirty="0"/>
              <a:t>StructType</a:t>
            </a:r>
            <a:r>
              <a:rPr kumimoji="1" lang="zh-CN" altLang="en-US" sz="1200" dirty="0"/>
              <a:t>对象。</a:t>
            </a:r>
            <a:endParaRPr kumimoji="1" lang="zh-CN" altLang="en-US" sz="1200" dirty="0"/>
          </a:p>
          <a:p>
            <a:pPr marL="0" indent="0">
              <a:buFont typeface="+mj-lt"/>
              <a:buNone/>
            </a:pPr>
            <a:r>
              <a:rPr kumimoji="1" lang="zh-CN" altLang="en-US" sz="1200" dirty="0"/>
              <a:t>一个</a:t>
            </a:r>
            <a:r>
              <a:rPr kumimoji="1" sz="1200" dirty="0"/>
              <a:t>StructType</a:t>
            </a:r>
            <a:r>
              <a:rPr kumimoji="1" lang="zh-CN" altLang="en-US" sz="1200" dirty="0"/>
              <a:t>对象可以描述一个</a:t>
            </a:r>
            <a:r>
              <a:rPr kumimoji="1" sz="1200" dirty="0"/>
              <a:t>DataFrame</a:t>
            </a:r>
            <a:r>
              <a:rPr kumimoji="1" lang="zh-CN" altLang="en-US" sz="1200" dirty="0"/>
              <a:t>：有几个列、每个列的名字和类型、每个列是否为空</a:t>
            </a:r>
            <a:endParaRPr kumimoji="1" lang="zh-CN" altLang="en-US" sz="1200" dirty="0"/>
          </a:p>
          <a:p>
            <a:pPr marL="0" indent="0">
              <a:buFont typeface="+mj-lt"/>
              <a:buNone/>
            </a:pPr>
            <a:endParaRPr kumimoji="1" lang="zh-CN" altLang="en-US" sz="1200" dirty="0"/>
          </a:p>
          <a:p>
            <a:pPr marL="0" indent="0">
              <a:buFont typeface="+mj-lt"/>
              <a:buNone/>
            </a:pPr>
            <a:r>
              <a:rPr kumimoji="1" lang="zh-CN" altLang="en-US" sz="1200" dirty="0"/>
              <a:t>同时，一行数据描述为</a:t>
            </a:r>
            <a:r>
              <a:rPr kumimoji="1" sz="1200" dirty="0"/>
              <a:t>Row</a:t>
            </a:r>
            <a:r>
              <a:rPr kumimoji="1" lang="zh-CN" altLang="en-US" sz="1200" dirty="0"/>
              <a:t>对象，如</a:t>
            </a:r>
            <a:r>
              <a:rPr kumimoji="1" sz="1200" dirty="0"/>
              <a:t>Row(1, </a:t>
            </a:r>
            <a:r>
              <a:rPr kumimoji="1" lang="zh-CN" altLang="en-US" sz="1200" dirty="0"/>
              <a:t>张三</a:t>
            </a:r>
            <a:r>
              <a:rPr kumimoji="1" sz="1200" dirty="0"/>
              <a:t>, 11)</a:t>
            </a:r>
            <a:endParaRPr kumimoji="1" sz="1200" dirty="0"/>
          </a:p>
          <a:p>
            <a:pPr marL="0" indent="0">
              <a:buFont typeface="+mj-lt"/>
              <a:buNone/>
            </a:pPr>
            <a:r>
              <a:rPr kumimoji="1" lang="zh-CN" altLang="en-US" sz="1200" dirty="0"/>
              <a:t>一列数据描述为</a:t>
            </a:r>
            <a:r>
              <a:rPr kumimoji="1" sz="1200" dirty="0"/>
              <a:t>Column</a:t>
            </a:r>
            <a:r>
              <a:rPr kumimoji="1" lang="zh-CN" altLang="en-US" sz="1200" dirty="0"/>
              <a:t>对象，</a:t>
            </a:r>
            <a:r>
              <a:rPr kumimoji="1" sz="1200" dirty="0"/>
              <a:t>Column</a:t>
            </a:r>
            <a:r>
              <a:rPr kumimoji="1" lang="zh-CN" altLang="en-US" sz="1200" dirty="0"/>
              <a:t>对象包含一列数据和列的信息</a:t>
            </a:r>
            <a:endParaRPr kumimoji="1" lang="zh-CN" altLang="en-US" sz="1200" dirty="0"/>
          </a:p>
          <a:p>
            <a:pPr marL="0" indent="0">
              <a:buFont typeface="+mj-lt"/>
              <a:buNone/>
            </a:pPr>
            <a:endParaRPr kumimoji="1" lang="zh-CN" altLang="en-US" sz="1200" dirty="0"/>
          </a:p>
          <a:p>
            <a:pPr marL="0" indent="0">
              <a:buFont typeface="+mj-lt"/>
              <a:buNone/>
            </a:pPr>
            <a:endParaRPr kumimoji="1" lang="zh-CN" altLang="en-US" sz="1200" dirty="0"/>
          </a:p>
          <a:p>
            <a:pPr marL="0" indent="0">
              <a:buFont typeface="+mj-lt"/>
              <a:buNone/>
            </a:pPr>
            <a:r>
              <a:rPr kumimoji="1" sz="1200" dirty="0"/>
              <a:t>Row</a:t>
            </a:r>
            <a:r>
              <a:rPr kumimoji="1" lang="zh-CN" altLang="en-US" sz="1200" dirty="0"/>
              <a:t>、</a:t>
            </a:r>
            <a:r>
              <a:rPr kumimoji="1" sz="1200" dirty="0"/>
              <a:t>Column</a:t>
            </a:r>
            <a:r>
              <a:rPr kumimoji="1" lang="zh-CN" altLang="en-US" sz="1200" dirty="0"/>
              <a:t>、</a:t>
            </a:r>
            <a:r>
              <a:rPr kumimoji="1" sz="1200" dirty="0"/>
              <a:t>StructType</a:t>
            </a:r>
            <a:r>
              <a:rPr kumimoji="1" lang="zh-CN" altLang="en-US" sz="1200" dirty="0"/>
              <a:t>、</a:t>
            </a:r>
            <a:r>
              <a:rPr kumimoji="1" sz="1200" dirty="0"/>
              <a:t>StructField</a:t>
            </a:r>
            <a:r>
              <a:rPr kumimoji="1" lang="zh-CN" altLang="en-US" sz="1200" dirty="0"/>
              <a:t>的编程我们在后面编码阶段会接触</a:t>
            </a:r>
            <a:endParaRPr kumimoji="1" lang="zh-CN" altLang="en-US" sz="1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20" y="1814195"/>
            <a:ext cx="5727700" cy="1295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3.2 DataFrame</a:t>
            </a:r>
            <a:r>
              <a:rPr>
                <a:sym typeface="+mn-ea"/>
              </a:rPr>
              <a:t>的代码构建 </a:t>
            </a:r>
            <a:r>
              <a:rPr lang="en-US" altLang="zh-CN">
                <a:sym typeface="+mn-ea"/>
              </a:rPr>
              <a:t>- </a:t>
            </a:r>
            <a:r>
              <a:rPr>
                <a:sym typeface="+mn-ea"/>
              </a:rPr>
              <a:t>基于</a:t>
            </a:r>
            <a:r>
              <a:rPr lang="en-US" altLang="zh-CN">
                <a:sym typeface="+mn-ea"/>
              </a:rPr>
              <a:t>RDD</a:t>
            </a:r>
            <a:r>
              <a:rPr>
                <a:sym typeface="+mn-ea"/>
              </a:rPr>
              <a:t>方式</a:t>
            </a:r>
            <a:r>
              <a:rPr lang="en-US" altLang="zh-CN">
                <a:sym typeface="+mn-ea"/>
              </a:rPr>
              <a:t>1 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2"/>
          <p:cNvSpPr txBox="1"/>
          <p:nvPr/>
        </p:nvSpPr>
        <p:spPr>
          <a:xfrm>
            <a:off x="929640" y="1584325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对象可以从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转换而来，都是分布式数据集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其实就是转换一下内部存储的结构，转换为二维表结构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3433445"/>
            <a:ext cx="5427345" cy="14763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首先构建一个RDD  rdd[(name, age), ()]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rdd = sc.textFile("../data/sql/people.txt").\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map(lambda x: x.split(',')).\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map(lambda x: [x[0], int(x[1])])	# 需要做类型转换, 因为类型从RDD中探测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构建DF方式1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 = spark.createDataFrame(rdd, schema = ['name', 'age'])</a:t>
            </a:r>
            <a:endParaRPr lang="zh-CN" altLang="zh-CN" sz="10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929640" y="2745105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转换为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406400" y="5171440"/>
            <a:ext cx="6473825" cy="8235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SparkSession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createDataFrame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方法来将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转换为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这里只传入列名称，类型从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中进行推断，是否允许为空默认为允许（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6687185" y="979805"/>
            <a:ext cx="5427345" cy="563118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coding:utf8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演示DataFrame创建的三种方式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SparkSession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if __name__ == '__main__':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 = SparkSession.builder.\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appName("create df").\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master("local[*]").\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getOrCreate()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 = spark.sparkContext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首先构建一个RDD  rdd[(name, age), ()]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rdd = sc.textFile("../data/sql/people.txt").\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map(lambda x: x.split(',')).\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map(lambda x: [x[0], int(x[1])])	# 需要做类型转换, 因为类型从RDD中探测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构建DF方式1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spark.createDataFrame(rdd, schema = ['name', 'age'])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打印表结构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df.printSchema()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打印20行数据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df.show()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df.createTempView("ttt")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spark.sql("select * from ttt where age&lt; 30").show()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3.2 DataFrame</a:t>
            </a:r>
            <a:r>
              <a:rPr>
                <a:sym typeface="+mn-ea"/>
              </a:rPr>
              <a:t>的代码构建 </a:t>
            </a:r>
            <a:r>
              <a:rPr lang="en-US" altLang="zh-CN">
                <a:sym typeface="+mn-ea"/>
              </a:rPr>
              <a:t>- </a:t>
            </a:r>
            <a:r>
              <a:rPr>
                <a:sym typeface="+mn-ea"/>
              </a:rPr>
              <a:t>基于</a:t>
            </a:r>
            <a:r>
              <a:rPr lang="en-US" altLang="zh-CN">
                <a:sym typeface="+mn-ea"/>
              </a:rPr>
              <a:t>RDD</a:t>
            </a:r>
            <a:r>
              <a:rPr>
                <a:sym typeface="+mn-ea"/>
              </a:rPr>
              <a:t>方式</a:t>
            </a:r>
            <a:r>
              <a:rPr lang="en-US" altLang="zh-CN">
                <a:sym typeface="+mn-ea"/>
              </a:rPr>
              <a:t>2 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2663190"/>
            <a:ext cx="5626100" cy="35534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创建DF , 首先创建RDD 将RDD转DF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rdd = sc.textFile("../data/sql/stu_score.txt").\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map(lambda x:x.split(',')).\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map(lambda x:(int(x[0]), x[1], int(x[2])))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StructType 类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这个类 可以定义整个DataFrame中的Schema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schema = StructType().\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add("id", IntegerType(), nullable=False).\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add("name", StringType(), nullable=True).\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add("score", IntegerType(), nullable=False)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一个add方法 定义一个列的信息, 如果有3个列, 就写三个add</a:t>
            </a:r>
            <a:r>
              <a:rPr lang="en-US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, </a:t>
            </a:r>
            <a:r>
              <a:rPr lang="zh-CN" altLang="en-US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每一个</a:t>
            </a:r>
            <a:r>
              <a:rPr lang="en-US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add</a:t>
            </a:r>
            <a:r>
              <a:rPr lang="zh-CN" altLang="en-US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代表一个</a:t>
            </a:r>
            <a:r>
              <a:rPr lang="en-US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StructField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add方法: 参数1: 列名称, 参数2: 列类型, 参数3: 是否允许为空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 = spark.createDataFrame(rdd, schema)</a:t>
            </a:r>
            <a:endParaRPr lang="zh-CN" altLang="zh-CN" sz="10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929640" y="1738630"/>
            <a:ext cx="4959350" cy="7804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转换为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StructType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对象来定义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的“表结构”转换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6687185" y="979805"/>
            <a:ext cx="5427345" cy="54927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coding:utf8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需求: 基于StructType的方式构建DataFrame 同样是RDD转DF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SparkSession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pyspark.sql.types import StructType, StringType, IntegerType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if __name__ == '__main__':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 = SparkSession.builder.\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appName("create_df"). 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config("spark.sql.shuffle.partitions", "4"). 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getOrCreate()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SparkSession对象也可以获取 SparkContext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 = spark.sparkContext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创建DF , 首先创建RDD 将RDD转DF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rdd = sc.textFile("../data/sql/stu_score.txt").\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map(lambda x:x.split(',')).\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map(lambda x:(int(x[0]), x[1], int(x[2])))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StructType 类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这个类 可以定义整个DataFrame中的Schema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schema = StructType().\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add("id", IntegerType(), nullable=False).\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add("name", StringType(), nullable=True).\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add("score", IntegerType(), nullable=False)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一个add方法 定义一个列的信息, 如果有3个列, 就写三个add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add方法: 参数1: 列名称, 参数2: 列类型, 参数3: 是否允许为空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spark.createDataFrame(rdd, schema)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df.printSchema()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df.show()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3.2 DataFrame</a:t>
            </a:r>
            <a:r>
              <a:rPr>
                <a:sym typeface="+mn-ea"/>
              </a:rPr>
              <a:t>的代码构建 </a:t>
            </a:r>
            <a:r>
              <a:rPr lang="en-US" altLang="zh-CN">
                <a:sym typeface="+mn-ea"/>
              </a:rPr>
              <a:t>- </a:t>
            </a:r>
            <a:r>
              <a:rPr>
                <a:sym typeface="+mn-ea"/>
              </a:rPr>
              <a:t>基于</a:t>
            </a:r>
            <a:r>
              <a:rPr lang="en-US" altLang="zh-CN">
                <a:sym typeface="+mn-ea"/>
              </a:rPr>
              <a:t>RDD</a:t>
            </a:r>
            <a:r>
              <a:rPr>
                <a:sym typeface="+mn-ea"/>
              </a:rPr>
              <a:t>方式</a:t>
            </a:r>
            <a:r>
              <a:rPr lang="en-US" altLang="zh-CN">
                <a:sym typeface="+mn-ea"/>
              </a:rPr>
              <a:t>3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2303780"/>
            <a:ext cx="5626100" cy="42462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StructType 类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这个类 可以定义整个DataFrame中的Schema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schema = StructType().\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add("id", IntegerType(), nullable=False).\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add("name", StringType(), nullable=True).\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add("score", IntegerType(), nullable=False)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一个add方法 定义一个列的信息, 如果有3个列, 就写三个add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add方法: 参数1: 列名称, 参数2: 列类型, 参数3: 是否允许为空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方式1: 只传列名, 类型靠推断, 是否允许为空是true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 = rdd.toDF(['id', 'subject', 'score'])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df.printSchema()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df.show()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方式2: 传入完整的Schema描述对象StructType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 = rdd.toDF(schema)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df.printSchema()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df.show()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929640" y="1738630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转换为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方法转换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6764655" y="917575"/>
            <a:ext cx="5427345" cy="58159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coding:utf8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需求: 使用toDF方法将RDD转换为DF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SparkSession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pyspark.sql.types import StructType, StringType, IntegerType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if __name__ == '__main__':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 = SparkSession.builder.\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appName("create_df"). \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config("spark.sql.shuffle.partitions", "4"). \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getOrCreate()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SparkSession对象也可以获取 SparkContext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 = spark.sparkContext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创建DF , 首先创建RDD 将RDD转DF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rdd = sc.textFile("../data/sql/stu_score.txt").\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map(lambda x:x.split(',')).\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map(lambda x:(int(x[0]), x[1], int(x[2])))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StructType 类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这个类 可以定义整个DataFrame中的Schema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schema = StructType().\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add("id", IntegerType(), nullable=False).\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add("name", StringType(), nullable=True).\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add("score", IntegerType(), nullable=False)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一个add方法 定义一个列的信息, 如果有3个列, 就写三个add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add方法: 参数1: 列名称, 参数2: 列类型, 参数3: 是否允许为空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方式1: 只传列名, 类型靠推断, 是否允许为空是true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rdd.toDF(['id', 'subject', 'score'])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df.printSchema()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df.show()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方式2: 传入完整的Schema描述对象StructType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rdd.toDF(schema)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df.printSchema()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df.show()</a:t>
            </a:r>
            <a:endParaRPr lang="zh-CN" altLang="zh-CN" sz="8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3.2 DataFrame</a:t>
            </a:r>
            <a:r>
              <a:rPr>
                <a:sym typeface="+mn-ea"/>
              </a:rPr>
              <a:t>的代码构建 </a:t>
            </a:r>
            <a:r>
              <a:rPr lang="en-US" altLang="zh-CN">
                <a:sym typeface="+mn-ea"/>
              </a:rPr>
              <a:t>- </a:t>
            </a:r>
            <a:r>
              <a:rPr>
                <a:sym typeface="+mn-ea"/>
              </a:rPr>
              <a:t>基于</a:t>
            </a:r>
            <a:r>
              <a:rPr lang="en-US" altLang="zh-CN">
                <a:sym typeface="+mn-ea"/>
              </a:rPr>
              <a:t>Pandas</a:t>
            </a:r>
            <a:r>
              <a:rPr>
                <a:sym typeface="+mn-ea"/>
              </a:rPr>
              <a:t>的</a:t>
            </a:r>
            <a:r>
              <a:rPr lang="en-US" altLang="zh-CN">
                <a:sym typeface="+mn-ea"/>
              </a:rPr>
              <a:t>DataFrame 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2303780"/>
            <a:ext cx="5626100" cy="19380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构建Pandas的DF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pdf = pd.DataFrame({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"id": [1, 2, 3],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"name": ["张大仙", '王晓晓', '王大锤'],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"age": [11, 11, 11]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})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将Pandas的DF对象转换成Spark的DF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 = spark.createDataFrame(pdf)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929640" y="1738630"/>
            <a:ext cx="495935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Pandas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对象，转变为分布式的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 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6764655" y="1315720"/>
            <a:ext cx="5427345" cy="51695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coding:utf8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演示将Panda的DataFrame转换成Spark的DataFrame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SparkSession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导入StructType对象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pyspark.sql.types import StructType, StringType, IntegerType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import pandas as pd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if __name__ == '__main__':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 = SparkSession.builder.\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appName("create df").\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master("local[*]").\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getOrCreate()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 = spark.sparkContext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构建Pandas的DF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pdf = pd.DataFrame({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"id": [1, 2, 3],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"name": ["张大仙", '王晓晓', '王大锤'],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"age": [11, 11, 11]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})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将Pandas的DF对象转换成Spark的DF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spark.createDataFrame(pdf)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df.printSchema()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df.show()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3.2 DataFrame</a:t>
            </a:r>
            <a:r>
              <a:rPr>
                <a:sym typeface="+mn-ea"/>
              </a:rPr>
              <a:t>的代码构建 </a:t>
            </a:r>
            <a:r>
              <a:rPr lang="en-US" altLang="zh-CN">
                <a:sym typeface="+mn-ea"/>
              </a:rPr>
              <a:t>- </a:t>
            </a:r>
            <a:r>
              <a:rPr>
                <a:sym typeface="+mn-ea"/>
              </a:rPr>
              <a:t>读取外部数据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2294890"/>
            <a:ext cx="5626100" cy="10147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spark</a:t>
            </a:r>
            <a:r>
              <a:rPr lang="en-US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session</a:t>
            </a: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.read.format("text|csv|json|parquet|orc|avro|jdbc|......")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</a:t>
            </a:r>
            <a:r>
              <a:rPr lang="en-US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.</a:t>
            </a: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option("K", "V") # option可选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.schema(StructType | String) # STRING的语法如.schema("name STRING", "age INT")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.load("被读取文件的路径, 支持本地文件系统和HDFS")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929640" y="1644015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</a:t>
            </a:r>
            <a:r>
              <a:rPr lang="en-US" altLang="zh-CN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进行数据读取构建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示例代码：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3.2 DataFrame</a:t>
            </a:r>
            <a:r>
              <a:rPr>
                <a:sym typeface="+mn-ea"/>
              </a:rPr>
              <a:t>的代码构建 </a:t>
            </a:r>
            <a:r>
              <a:rPr lang="en-US" altLang="zh-CN">
                <a:sym typeface="+mn-ea"/>
              </a:rPr>
              <a:t>- </a:t>
            </a:r>
            <a:r>
              <a:rPr>
                <a:sym typeface="+mn-ea"/>
              </a:rPr>
              <a:t>读取外部数据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3044190"/>
            <a:ext cx="5626100" cy="10147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schema = StructType().add("data", StringType(), nullable=True)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spark.read.format("text")\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.schema(schema)\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.load("../data/sql/people.txt")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929640" y="1644015"/>
            <a:ext cx="5091430" cy="13404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text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数据源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format(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“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text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读取文本数据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读取到的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只会有一个列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，列名默认称之为：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value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示例代码：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3.2 DataFrame</a:t>
            </a:r>
            <a:r>
              <a:rPr>
                <a:sym typeface="+mn-ea"/>
              </a:rPr>
              <a:t>的代码构建 </a:t>
            </a:r>
            <a:r>
              <a:rPr lang="en-US" altLang="zh-CN">
                <a:sym typeface="+mn-ea"/>
              </a:rPr>
              <a:t>- </a:t>
            </a:r>
            <a:r>
              <a:rPr>
                <a:sym typeface="+mn-ea"/>
              </a:rPr>
              <a:t>读取外部数据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3025140"/>
            <a:ext cx="5626100" cy="1245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 = spark.read.format("json").\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load("../data/sql/people.json")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JSON 类型 一般不用写.schema, json自带, json带有列名 和列类型(字符串和数字)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df.printSchema()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df.show()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929640" y="1644015"/>
            <a:ext cx="5091430" cy="1082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json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数据源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format(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“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json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json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示例代码：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3.2 DataFrame</a:t>
            </a:r>
            <a:r>
              <a:rPr>
                <a:sym typeface="+mn-ea"/>
              </a:rPr>
              <a:t>的代码构建 </a:t>
            </a:r>
            <a:r>
              <a:rPr lang="en-US" altLang="zh-CN">
                <a:sym typeface="+mn-ea"/>
              </a:rPr>
              <a:t>- </a:t>
            </a:r>
            <a:r>
              <a:rPr>
                <a:sym typeface="+mn-ea"/>
              </a:rPr>
              <a:t>读取外部数据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3025140"/>
            <a:ext cx="5626100" cy="19380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 = spark.read.format("csv")\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.option("sep", ";")\		# 列分隔符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.option("header", False)\	# 是否有CSV标头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.option("encoding", "utf-8")\	# 编码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.schema("name STRING, age INT, job STRING")\	# 指定列名和类型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.load("../data/sql/people.csv")	# 路径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df.printSchema()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df.show()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929640" y="1644015"/>
            <a:ext cx="5091430" cy="1082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csv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数据源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format(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“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csv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csv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示例代码：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3.2 DataFrame</a:t>
            </a:r>
            <a:r>
              <a:rPr>
                <a:sym typeface="+mn-ea"/>
              </a:rPr>
              <a:t>的代码构建 </a:t>
            </a:r>
            <a:r>
              <a:rPr lang="en-US" altLang="zh-CN">
                <a:sym typeface="+mn-ea"/>
              </a:rPr>
              <a:t>- </a:t>
            </a:r>
            <a:r>
              <a:rPr>
                <a:sym typeface="+mn-ea"/>
              </a:rPr>
              <a:t>读取外部数据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3025140"/>
            <a:ext cx="5626100" cy="1245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parquet 自带schema, 直接load啥也不需要了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 = spark.read.format("parquet").\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load("../data/sql/users.parquet")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df.printSchema()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df.show()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7" name="文本框 12"/>
          <p:cNvSpPr txBox="1"/>
          <p:nvPr/>
        </p:nvSpPr>
        <p:spPr>
          <a:xfrm>
            <a:off x="929640" y="1644015"/>
            <a:ext cx="5091430" cy="1082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parquet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数据源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format(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“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parquet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parquet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示例代码：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193915" y="1089025"/>
            <a:ext cx="470789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parquet: 是Spark中常用的一种列式存储文件格式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和Hive中的ORC差不多, 他俩都是列存储格式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parquet对比普通的文本文件的区别: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● parquet 内置schema (列名\ 列类型\ 是否为空)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● 存储是以列作为存储格式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● 存储是序列化存储在文件中的(有压缩属性体积小)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Parquet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文件不能直接打开查看，如果想要查看内容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PyCharm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中安装如下插件来查看：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055" y="4693285"/>
            <a:ext cx="2881630" cy="141478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2509520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语法风格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12"/>
          <p:cNvSpPr txBox="1"/>
          <p:nvPr/>
        </p:nvSpPr>
        <p:spPr>
          <a:xfrm>
            <a:off x="929640" y="1584325"/>
            <a:ext cx="4959350" cy="8235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支持两种风格进行编程，分别是：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风格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风格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12"/>
          <p:cNvSpPr txBox="1"/>
          <p:nvPr/>
        </p:nvSpPr>
        <p:spPr>
          <a:xfrm>
            <a:off x="929640" y="2846705"/>
            <a:ext cx="4959350" cy="1082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称之为：领域特定语言。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其实就是指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的特有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风格意思就是以调用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的方式来处理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比如：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df.where().limit()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2"/>
          <p:cNvSpPr txBox="1"/>
          <p:nvPr/>
        </p:nvSpPr>
        <p:spPr>
          <a:xfrm>
            <a:off x="929640" y="410908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语法风格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2"/>
          <p:cNvSpPr txBox="1"/>
          <p:nvPr/>
        </p:nvSpPr>
        <p:spPr>
          <a:xfrm>
            <a:off x="929640" y="4594860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风格就是使用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语句处理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的数据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比如：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spark.sql(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“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 * FROM xxx)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163512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 - show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2"/>
          <p:cNvSpPr txBox="1"/>
          <p:nvPr/>
        </p:nvSpPr>
        <p:spPr>
          <a:xfrm>
            <a:off x="929640" y="2079625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功能：展示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中的数据, 默认展示20条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2580005"/>
            <a:ext cx="5890895" cy="10147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df.show(参数1, 参数2)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- 参数1: 默认是20, 控制展示多少条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- 参数2: 是否阶段列, 默认只输出20个字符的长度, 过长不显示, 要显示的话 请填入 truncate = True</a:t>
            </a:r>
            <a:endParaRPr lang="zh-CN" altLang="zh-CN" sz="1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9445" y="3541395"/>
            <a:ext cx="2044700" cy="2654300"/>
          </a:xfrm>
          <a:prstGeom prst="rect">
            <a:avLst/>
          </a:prstGeom>
        </p:spPr>
      </p:pic>
      <p:sp>
        <p:nvSpPr>
          <p:cNvPr id="15" name="文本框 12"/>
          <p:cNvSpPr txBox="1"/>
          <p:nvPr/>
        </p:nvSpPr>
        <p:spPr>
          <a:xfrm>
            <a:off x="837565" y="4157980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如图，某个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df.show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的展示结果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163512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 - printSchema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2"/>
          <p:cNvSpPr txBox="1"/>
          <p:nvPr/>
        </p:nvSpPr>
        <p:spPr>
          <a:xfrm>
            <a:off x="929640" y="2079625"/>
            <a:ext cx="4959350" cy="56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打印输出df的schema信息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929640" y="2846070"/>
            <a:ext cx="5890895" cy="5530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20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df.printSchema()</a:t>
            </a:r>
            <a:endParaRPr lang="zh-CN" altLang="zh-CN" sz="20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3897630"/>
            <a:ext cx="4338320" cy="14579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163512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 - select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2"/>
          <p:cNvSpPr txBox="1"/>
          <p:nvPr/>
        </p:nvSpPr>
        <p:spPr>
          <a:xfrm>
            <a:off x="929640" y="2079625"/>
            <a:ext cx="6235700" cy="31064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功能：选择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中的指定列（通过传入参数进行指定）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可传递：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可变参数的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cols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cols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对象可以是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Column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对象来指定列或者字符串列名来指定列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List[Column]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对象或者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List[str]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对象， 用来选择多个列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15" y="2648585"/>
            <a:ext cx="4635500" cy="1219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660" y="4133215"/>
            <a:ext cx="4559300" cy="2286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163512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 - filter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where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2"/>
          <p:cNvSpPr txBox="1"/>
          <p:nvPr/>
        </p:nvSpPr>
        <p:spPr>
          <a:xfrm>
            <a:off x="929640" y="2079625"/>
            <a:ext cx="6235700" cy="13404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功能：过滤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内的数据，返回一个过滤后的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df.filter()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df.where()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where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filter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功能上是等价的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6480" y="4114800"/>
            <a:ext cx="4191000" cy="2171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95" y="3493135"/>
            <a:ext cx="4076700" cy="787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95" y="4280535"/>
            <a:ext cx="4102100" cy="8763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163512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 - groupBy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分组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2"/>
          <p:cNvSpPr txBox="1"/>
          <p:nvPr/>
        </p:nvSpPr>
        <p:spPr>
          <a:xfrm>
            <a:off x="929640" y="2079625"/>
            <a:ext cx="6235700" cy="31489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功能：按照指定的列进行数据的分组， 返回值是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GroupedData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df.groupBy()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传入参数和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一样，支持多种形式，不管怎么传意思就是告诉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按照哪个列分组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730" y="2983865"/>
            <a:ext cx="4635500" cy="1193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520" y="4673600"/>
            <a:ext cx="4279900" cy="787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163512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GroupedData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2"/>
          <p:cNvSpPr txBox="1"/>
          <p:nvPr/>
        </p:nvSpPr>
        <p:spPr>
          <a:xfrm>
            <a:off x="929640" y="2079625"/>
            <a:ext cx="7712710" cy="2115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GroupedData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对象是一个特殊的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数据集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其类全名：&lt;class 'pyspark.sql.group.GroupedData'&gt;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这个对象是经过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groupBy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后得到的返回值， 内部记录了 以分组形式存储的数据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GroupedData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对象其实也有很多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，比如前面的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方法就是这个对象的内置方法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除此之外，像：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max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avg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sum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、等等许多方法都存在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后续会再次使用它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163512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风格语法 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注册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成为表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2"/>
          <p:cNvSpPr txBox="1"/>
          <p:nvPr/>
        </p:nvSpPr>
        <p:spPr>
          <a:xfrm>
            <a:off x="929640" y="2079625"/>
            <a:ext cx="7712710" cy="7804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DataFrame的一个强大之处就是我们可以将它看作是一个关系型数据表，然后可以通过在程序中使用spark.sql() 来执行SQL语句查询，结果返回一个DataFrame。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如果想使用SQL风格的语法，需要将DataFrame注册成表,采用如下的方式：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555" y="2967355"/>
            <a:ext cx="6947535" cy="736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55" y="4021455"/>
            <a:ext cx="8484235" cy="14478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163512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风格语法 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1972310"/>
            <a:ext cx="6998335" cy="43815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3.3 DataFrame</a:t>
            </a:r>
            <a:r>
              <a:rPr>
                <a:sym typeface="+mn-ea"/>
              </a:rPr>
              <a:t>的入门操作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929640" y="1635125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pyspark.sql.functions </a:t>
            </a:r>
            <a:r>
              <a:rPr 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</a:t>
            </a:r>
            <a:endParaRPr 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89965" y="2082165"/>
            <a:ext cx="5930900" cy="378460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PySpark提供了一个包: pyspark.sql.functions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这个包里面提供了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一系列的计算函数供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SparkSQL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使用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如何用呢？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导包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C00000"/>
                </a:solidFill>
                <a:latin typeface="+mn-lt"/>
                <a:ea typeface="+mn-ea"/>
              </a:rPr>
              <a:t>from pyspark.sql import functions as F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然后就可以用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F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对象调用函数计算了。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这些功能函数, </a:t>
            </a:r>
            <a:r>
              <a:rPr lang="en-US" sz="1600" dirty="0">
                <a:solidFill>
                  <a:srgbClr val="C00000"/>
                </a:solidFill>
                <a:latin typeface="+mn-lt"/>
                <a:ea typeface="+mn-ea"/>
              </a:rPr>
              <a:t>返回值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多数都是</a:t>
            </a:r>
            <a:r>
              <a:rPr lang="en-US" sz="1600" dirty="0">
                <a:solidFill>
                  <a:srgbClr val="C00000"/>
                </a:solidFill>
                <a:latin typeface="+mn-lt"/>
                <a:ea typeface="+mn-ea"/>
              </a:rPr>
              <a:t>Column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对象.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详细的函数在后续开发中学习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6670" y="4418965"/>
            <a:ext cx="2245360" cy="20840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140" y="4418965"/>
            <a:ext cx="1649730" cy="2043430"/>
          </a:xfrm>
          <a:prstGeom prst="rect">
            <a:avLst/>
          </a:prstGeom>
        </p:spPr>
      </p:pic>
      <p:sp>
        <p:nvSpPr>
          <p:cNvPr id="10" name="文本框 12"/>
          <p:cNvSpPr txBox="1"/>
          <p:nvPr/>
        </p:nvSpPr>
        <p:spPr>
          <a:xfrm>
            <a:off x="6376670" y="3798570"/>
            <a:ext cx="49593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示例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3.4 </a:t>
            </a:r>
            <a:r>
              <a:rPr>
                <a:sym typeface="+mn-ea"/>
              </a:rPr>
              <a:t>词频统计案例练习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框 12"/>
          <p:cNvSpPr txBox="1"/>
          <p:nvPr/>
        </p:nvSpPr>
        <p:spPr>
          <a:xfrm>
            <a:off x="837565" y="1492250"/>
            <a:ext cx="7712710" cy="8235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我们来完成一个单词计数需求，使用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两种风格来实现。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在实现的过程中，会出现新的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，边写边学习新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 代码中红色部分即新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948690" y="2476500"/>
            <a:ext cx="4754245" cy="39693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coding:utf8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演示sparksql wordcount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SparkSession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导入StructType对象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pyspark.sql.types import StructType, StringType, IntegerType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import pandas as pd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functions as F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if __name__ == '__main__':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 = SparkSession.builder.\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appName("create df").\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master("local[*]").\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getOrCreate()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 = spark.sparkContext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TODO 1: SQL风格处理, 以RDD为基础做数据加载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rdd = sc.textFile("hdfs://node1:8020/input/words.txt").\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flatMap(lambda x: x.split(" ")).\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map(lambda x: [x])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转换RDD到df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rdd.toDF(["word"])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6475095" y="2476500"/>
            <a:ext cx="4754245" cy="283781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注册df为表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df.createTempView("words")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使用sql语句处理df注册的表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spark.sql("""SELECT word, COUNT(*) AS cnt FROM words GROUP BY word ORDER BY cnt DESC""").show()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TODO 2: DSL风格处理, 纯sparksql api做数据加载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df当前只有一个列 叫做value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spark.read.format("text").load("hdfs://node1:8020/input/words.txt")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df.select(</a:t>
            </a:r>
            <a:r>
              <a:rPr lang="zh-CN" altLang="zh-CN" sz="7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F.explode(F.split(df['value'], " "))</a:t>
            </a: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).show()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通过withColumn方法 对一个列进行操作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方法功能: 对老列执行操作, 返回一个全新列, 如果列名一样就替换, 不一样就拓展一个列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df2 = df.</a:t>
            </a:r>
            <a:r>
              <a:rPr lang="zh-CN" altLang="zh-CN" sz="7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withColumn</a:t>
            </a: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("value", F.explode(F.split(df['value'], " ")))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df2.groupBy("value").\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count().\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</a:t>
            </a:r>
            <a:r>
              <a:rPr lang="zh-CN" altLang="zh-CN" sz="7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withColumnRenamed</a:t>
            </a: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("count", "cnt").\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</a:t>
            </a:r>
            <a:r>
              <a:rPr lang="zh-CN" altLang="zh-CN" sz="7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orderBy</a:t>
            </a: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('cnt', ascending=False).\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7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show()</a:t>
            </a:r>
            <a:endParaRPr lang="zh-CN" altLang="zh-CN" sz="7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3.5 </a:t>
            </a:r>
            <a:r>
              <a:rPr>
                <a:sym typeface="+mn-ea"/>
              </a:rPr>
              <a:t>电影评分数据分析案例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05" y="1438910"/>
            <a:ext cx="7559675" cy="5419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0" y="4570095"/>
            <a:ext cx="5803900" cy="1981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0" y="4277995"/>
            <a:ext cx="495300" cy="2921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3.5 </a:t>
            </a:r>
            <a:r>
              <a:rPr>
                <a:sym typeface="+mn-ea"/>
              </a:rPr>
              <a:t>电影评分数据分析案例</a:t>
            </a:r>
            <a:endParaRPr>
              <a:sym typeface="+mn-ea"/>
            </a:endParaRPr>
          </a:p>
        </p:txBody>
      </p:sp>
      <p:sp>
        <p:nvSpPr>
          <p:cNvPr id="6" name="文本占位符 3"/>
          <p:cNvSpPr>
            <a:spLocks noGrp="1"/>
          </p:cNvSpPr>
          <p:nvPr/>
        </p:nvSpPr>
        <p:spPr>
          <a:xfrm>
            <a:off x="8935085" y="6108065"/>
            <a:ext cx="3028315" cy="101536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948690" y="1584325"/>
            <a:ext cx="3825875" cy="49390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coding:utf8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演示sparksql 电影评分数据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import time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SparkSession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导入StructType对象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pyspark.sql.types import StructType, StringType, IntegerType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import pandas as pd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functions as F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if __name__ == '__main__':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 = SparkSession.builder.\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appName("create df").\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master("local[*]"). 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config("spark.sql.shuffle.partitions", "2").\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getOrCreate()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 = spark.sparkContext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"""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需求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1.查询用户平均分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2.查询电影平均分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3.查询大于平均分的电影的数量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4.查询高分电影中(&gt;3)打分次数最多的用户, 并求出此人打的平均分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5.查询每个用户的平均打分, 最低打分, 最高打分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6.查询被评分超过100次的电影, 的平均分 排名 TOP10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"""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1. 读取数据集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schema = StructType().add("user_id", StringType(), nullable=True).\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add("movie_id", IntegerType(), nullable=True).\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add("rank", IntegerType(), nullable=True).\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add("ts", StringType(), nullable=True)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spark.read.format("csv").\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option("sep", "\t").\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option("header", False).\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option("encoding", "utf-8").\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schema(schema).\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load("../data/sql/u.data")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2. 注册成一个临时表, 方便sql处理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df.createTempView("movie")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4774565" y="1584325"/>
            <a:ext cx="3731895" cy="47999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需求1: 用户平均分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df.groupBy("user_id").\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avg("rank").\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withColumnRenamed("avg(rank)", "avg_rank").\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withColumn("avg_rank", F.round("avg_rank", 2)).\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orderBy("avg_rank", ascending=False).\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show()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需求2: 查询电影平均分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spark.sql("""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SELECT movie_id, ROUND(AVG(rank), 2) AS avg_rank FROM movie GROUP BY movie_id ORDER BY avg_rank DESC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""").show()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需求3: 查询大于平均分的电影的数量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print(df.select(F.avg(df['rank'])).first()['avg(rank)'])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print("大于平均分的电影数量: ", df.where(df['rank'] &gt; df.select(F.avg(df['rank'])).first()['avg(rank)']).count())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需求4: 查询高分电影中(&gt;3)打分次数最多的用户, 并求出此人打的平均分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先找出这个人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user_id = df.where("rank &gt; 3").\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groupBy("user_id").\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count().\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withColumnRenamed("count", "cnt").\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orderBy("cnt", ascending=False).\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</a:t>
            </a:r>
            <a:r>
              <a:rPr lang="zh-CN" altLang="zh-CN" sz="6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limit</a:t>
            </a: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(1).\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</a:t>
            </a:r>
            <a:r>
              <a:rPr lang="zh-CN" altLang="zh-CN" sz="6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first</a:t>
            </a: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()['user_id']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计算这个人大的平均分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df.filter(df['user_id'] == user_id).\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select(F.round(F.avg('rank'), 2)).show()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select </a:t>
            </a:r>
            <a:r>
              <a:rPr lang="zh-CN" altLang="zh-CN" sz="6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rount</a:t>
            </a: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(avg(rank), 2) from biao where userid=450;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8516620" y="1584325"/>
            <a:ext cx="3608070" cy="486981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需求5: 查询每个用户的平均打分, 最低打分, 最高打分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select user_id, min(rank) as avg_rank, max(rank) as max_rank, avg(rank) from table group by user_id;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df.groupBy("user_id").\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</a:t>
            </a:r>
            <a:r>
              <a:rPr lang="zh-CN" altLang="zh-CN" sz="9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agg</a:t>
            </a: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(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    </a:t>
            </a:r>
            <a:r>
              <a:rPr lang="zh-CN" altLang="zh-CN" sz="9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F.round(F.avg('rank'), 2).alias("avg_rank"),</a:t>
            </a:r>
            <a:endParaRPr lang="zh-CN" altLang="zh-CN" sz="900" dirty="0">
              <a:solidFill>
                <a:srgbClr val="FF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    F.min('rank').alias("min_rank"),</a:t>
            </a:r>
            <a:endParaRPr lang="zh-CN" altLang="zh-CN" sz="900" dirty="0">
              <a:solidFill>
                <a:srgbClr val="FF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    F.max('rank').alias("max_rank")</a:t>
            </a:r>
            <a:endParaRPr lang="zh-CN" altLang="zh-CN" sz="900" dirty="0">
              <a:solidFill>
                <a:srgbClr val="FF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).show()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需求6: 查询被评分超过100次的电影, 的平均分 排名 TOP10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select movie_id, count(movie_id) as cnt, avg(rank) as avg_rank from table group by movie_id having cnt &gt; 100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order by avg_rank desc limit 10;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df.groupBy("movie_id").\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</a:t>
            </a:r>
            <a:r>
              <a:rPr lang="zh-CN" altLang="zh-CN" sz="9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agg</a:t>
            </a: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(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    F.count("movie_id").alias("cnt"),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    F.round(F.avg("rank"), 2).alias("avg_rank")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).where("cnt &gt; 100").\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orderBy("avg_rank", ascending=False).\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limit(10).show()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9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time.sleep(600)</a:t>
            </a:r>
            <a:endParaRPr lang="zh-CN" altLang="zh-CN" sz="9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3.6 SparkSQL Shuffle </a:t>
            </a:r>
            <a:r>
              <a:rPr>
                <a:sym typeface="+mn-ea"/>
              </a:rPr>
              <a:t>分区数目</a:t>
            </a:r>
            <a:endParaRPr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3462020"/>
            <a:ext cx="7633335" cy="157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1479550"/>
            <a:ext cx="10424160" cy="19824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190" y="4833620"/>
            <a:ext cx="5156200" cy="1244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3.7 SparkSQL </a:t>
            </a:r>
            <a:r>
              <a:rPr>
                <a:sym typeface="+mn-ea"/>
              </a:rPr>
              <a:t>数据清洗</a:t>
            </a:r>
            <a:r>
              <a:rPr lang="en-US" altLang="zh-CN">
                <a:sym typeface="+mn-ea"/>
              </a:rPr>
              <a:t>API</a:t>
            </a:r>
            <a:endParaRPr lang="en-US" altLang="zh-CN"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65" y="1464310"/>
            <a:ext cx="10836910" cy="6051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65" y="2366010"/>
            <a:ext cx="8319135" cy="31877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3.7 SparkSQL </a:t>
            </a:r>
            <a:r>
              <a:rPr>
                <a:sym typeface="+mn-ea"/>
              </a:rPr>
              <a:t>数据清洗</a:t>
            </a:r>
            <a:r>
              <a:rPr lang="en-US" altLang="zh-CN">
                <a:sym typeface="+mn-ea"/>
              </a:rPr>
              <a:t>API</a:t>
            </a:r>
            <a:endParaRPr lang="en-US" altLang="zh-CN"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5" y="1791335"/>
            <a:ext cx="10295890" cy="386778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3.7 SparkSQL </a:t>
            </a:r>
            <a:r>
              <a:rPr>
                <a:sym typeface="+mn-ea"/>
              </a:rPr>
              <a:t>数据清洗</a:t>
            </a:r>
            <a:r>
              <a:rPr lang="en-US" altLang="zh-CN">
                <a:sym typeface="+mn-ea"/>
              </a:rPr>
              <a:t>API</a:t>
            </a:r>
            <a:endParaRPr lang="en-US" altLang="zh-CN"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1889760"/>
            <a:ext cx="10539095" cy="33439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3.8 DataFrame</a:t>
            </a:r>
            <a:r>
              <a:rPr>
                <a:sym typeface="+mn-ea"/>
              </a:rPr>
              <a:t>数据写出</a:t>
            </a:r>
            <a:endParaRPr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717040"/>
            <a:ext cx="9958070" cy="342392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3.8 DataFrame</a:t>
            </a:r>
            <a:r>
              <a:rPr>
                <a:sym typeface="+mn-ea"/>
              </a:rPr>
              <a:t>数据写出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430" y="1584325"/>
            <a:ext cx="7797800" cy="45821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3.9 DataFrame </a:t>
            </a:r>
            <a:r>
              <a:rPr>
                <a:sym typeface="+mn-ea"/>
              </a:rPr>
              <a:t>通过</a:t>
            </a:r>
            <a:r>
              <a:rPr lang="en-US" altLang="zh-CN">
                <a:sym typeface="+mn-ea"/>
              </a:rPr>
              <a:t>JDBC</a:t>
            </a:r>
            <a:r>
              <a:rPr>
                <a:sym typeface="+mn-ea"/>
              </a:rPr>
              <a:t>读写数据库（</a:t>
            </a:r>
            <a:r>
              <a:rPr lang="en-US" altLang="zh-CN">
                <a:sym typeface="+mn-ea"/>
              </a:rPr>
              <a:t>MySQL</a:t>
            </a:r>
            <a:r>
              <a:rPr>
                <a:sym typeface="+mn-ea"/>
              </a:rPr>
              <a:t>示例）</a:t>
            </a:r>
            <a:endParaRPr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75" y="1584325"/>
            <a:ext cx="8255635" cy="51689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3.9 DataFrame </a:t>
            </a:r>
            <a:r>
              <a:rPr>
                <a:sym typeface="+mn-ea"/>
              </a:rPr>
              <a:t>通过</a:t>
            </a:r>
            <a:r>
              <a:rPr lang="en-US" altLang="zh-CN">
                <a:sym typeface="+mn-ea"/>
              </a:rPr>
              <a:t>JDBC</a:t>
            </a:r>
            <a:r>
              <a:rPr>
                <a:sym typeface="+mn-ea"/>
              </a:rPr>
              <a:t>读写数据库（</a:t>
            </a:r>
            <a:r>
              <a:rPr lang="en-US" altLang="zh-CN">
                <a:sym typeface="+mn-ea"/>
              </a:rPr>
              <a:t>MySQL</a:t>
            </a:r>
            <a:r>
              <a:rPr>
                <a:sym typeface="+mn-ea"/>
              </a:rPr>
              <a:t>示例）</a:t>
            </a:r>
            <a:endParaRPr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84325"/>
            <a:ext cx="9614535" cy="45294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3.9 DataFrame </a:t>
            </a:r>
            <a:r>
              <a:rPr>
                <a:sym typeface="+mn-ea"/>
              </a:rPr>
              <a:t>通过</a:t>
            </a:r>
            <a:r>
              <a:rPr lang="en-US" altLang="zh-CN">
                <a:sym typeface="+mn-ea"/>
              </a:rPr>
              <a:t>JDBC</a:t>
            </a:r>
            <a:r>
              <a:rPr>
                <a:sym typeface="+mn-ea"/>
              </a:rPr>
              <a:t>读写数据库（</a:t>
            </a:r>
            <a:r>
              <a:rPr lang="en-US" altLang="zh-CN">
                <a:sym typeface="+mn-ea"/>
              </a:rPr>
              <a:t>MySQL</a:t>
            </a:r>
            <a:r>
              <a:rPr>
                <a:sym typeface="+mn-ea"/>
              </a:rPr>
              <a:t>示例）</a:t>
            </a:r>
            <a:endParaRPr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84325"/>
            <a:ext cx="11071860" cy="45167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400" dirty="0"/>
              <a:t>DataFrame </a:t>
            </a:r>
            <a:r>
              <a:rPr lang="zh-CN" altLang="en-US" sz="1400" dirty="0"/>
              <a:t>在结构层面上由</a:t>
            </a:r>
            <a:r>
              <a:rPr lang="en-US" altLang="zh-CN" sz="1400" dirty="0"/>
              <a:t>StructField</a:t>
            </a:r>
            <a:r>
              <a:rPr lang="zh-CN" altLang="en-US" sz="1400" dirty="0"/>
              <a:t>组成列描述，由</a:t>
            </a:r>
            <a:r>
              <a:rPr lang="en-US" altLang="zh-CN" sz="1400" dirty="0"/>
              <a:t>StructType</a:t>
            </a:r>
            <a:r>
              <a:rPr lang="zh-CN" altLang="en-US" sz="1400" dirty="0"/>
              <a:t>构造表描述。在数据层面上，</a:t>
            </a:r>
            <a:r>
              <a:rPr lang="en-US" altLang="zh-CN" sz="1400" dirty="0"/>
              <a:t>Column</a:t>
            </a:r>
            <a:r>
              <a:rPr lang="zh-CN" altLang="en-US" sz="1400" dirty="0"/>
              <a:t>对象记录列数据，</a:t>
            </a:r>
            <a:r>
              <a:rPr lang="en-US" altLang="zh-CN" sz="1400" dirty="0"/>
              <a:t>Row</a:t>
            </a:r>
            <a:r>
              <a:rPr lang="zh-CN" altLang="en-US" sz="1400" dirty="0"/>
              <a:t>对象记录行数据</a:t>
            </a:r>
            <a:endParaRPr lang="zh-CN" altLang="en-US" sz="1400" dirty="0"/>
          </a:p>
          <a:p>
            <a:r>
              <a:rPr lang="en-US" altLang="zh-CN" sz="1400" dirty="0"/>
              <a:t>DataFrame</a:t>
            </a:r>
            <a:r>
              <a:rPr lang="zh-CN" altLang="en-US" sz="1400" dirty="0"/>
              <a:t>可以从</a:t>
            </a:r>
            <a:r>
              <a:rPr lang="en-US" altLang="zh-CN" sz="1400" dirty="0"/>
              <a:t>RDD</a:t>
            </a:r>
            <a:r>
              <a:rPr lang="zh-CN" altLang="en-US" sz="1400" dirty="0"/>
              <a:t>转换、</a:t>
            </a:r>
            <a:r>
              <a:rPr lang="en-US" altLang="zh-CN" sz="1400" dirty="0"/>
              <a:t>Pandas DF</a:t>
            </a:r>
            <a:r>
              <a:rPr lang="zh-CN" altLang="en-US" sz="1400" dirty="0"/>
              <a:t>转换、读取文件、读取</a:t>
            </a:r>
            <a:r>
              <a:rPr lang="en-US" altLang="zh-CN" sz="1400" dirty="0"/>
              <a:t>JDBC</a:t>
            </a:r>
            <a:r>
              <a:rPr lang="zh-CN" altLang="en-US" sz="1400" dirty="0"/>
              <a:t>等方法构建</a:t>
            </a:r>
            <a:endParaRPr lang="zh-CN" altLang="en-US" sz="1400" dirty="0"/>
          </a:p>
          <a:p>
            <a:r>
              <a:rPr lang="en-US" altLang="zh-CN" sz="1400" dirty="0"/>
              <a:t>spark.read.format()</a:t>
            </a:r>
            <a:r>
              <a:rPr lang="zh-CN" altLang="en-US" sz="1400" dirty="0"/>
              <a:t>和</a:t>
            </a:r>
            <a:r>
              <a:rPr lang="en-US" altLang="zh-CN" sz="1400" dirty="0"/>
              <a:t>df.write.format() </a:t>
            </a:r>
            <a:r>
              <a:rPr lang="zh-CN" altLang="en-US" sz="1400" dirty="0"/>
              <a:t>是</a:t>
            </a:r>
            <a:r>
              <a:rPr lang="en-US" altLang="zh-CN" sz="1400" dirty="0"/>
              <a:t>DataFrame</a:t>
            </a:r>
            <a:r>
              <a:rPr lang="zh-CN" altLang="en-US" sz="1400" dirty="0"/>
              <a:t>读取和写出的统一化标准</a:t>
            </a:r>
            <a:r>
              <a:rPr lang="en-US" altLang="zh-CN" sz="1400" dirty="0"/>
              <a:t>API</a:t>
            </a:r>
            <a:endParaRPr lang="en-US" altLang="zh-CN" sz="1400" dirty="0"/>
          </a:p>
          <a:p>
            <a:r>
              <a:rPr lang="en-US" altLang="zh-CN" sz="1400" dirty="0"/>
              <a:t>SparkSQL</a:t>
            </a:r>
            <a:r>
              <a:rPr lang="zh-CN" altLang="en-US" sz="1400" dirty="0"/>
              <a:t>默认在</a:t>
            </a:r>
            <a:r>
              <a:rPr lang="en-US" altLang="zh-CN" sz="1400" dirty="0"/>
              <a:t>Shuffle</a:t>
            </a:r>
            <a:r>
              <a:rPr lang="zh-CN" altLang="en-US" sz="1400" dirty="0"/>
              <a:t>阶段</a:t>
            </a:r>
            <a:r>
              <a:rPr lang="en-US" altLang="zh-CN" sz="1400" dirty="0"/>
              <a:t>200</a:t>
            </a:r>
            <a:r>
              <a:rPr lang="zh-CN" altLang="en-US" sz="1400" dirty="0"/>
              <a:t>个分区，可以修改参数获得最好性能</a:t>
            </a:r>
            <a:endParaRPr lang="zh-CN" altLang="en-US" sz="1400" dirty="0"/>
          </a:p>
          <a:p>
            <a:r>
              <a:rPr lang="en-US" altLang="zh-CN" sz="1400" dirty="0"/>
              <a:t>dropDuplicates</a:t>
            </a:r>
            <a:r>
              <a:rPr lang="zh-CN" altLang="en-US" sz="1400" dirty="0"/>
              <a:t>可以去重、</a:t>
            </a:r>
            <a:r>
              <a:rPr lang="en-US" altLang="zh-CN" sz="1400" dirty="0"/>
              <a:t>dropna</a:t>
            </a:r>
            <a:r>
              <a:rPr lang="zh-CN" altLang="en-US" sz="1400" dirty="0"/>
              <a:t>可以删除缺失值、</a:t>
            </a:r>
            <a:r>
              <a:rPr lang="en-US" altLang="zh-CN" sz="1400" dirty="0"/>
              <a:t>fillna</a:t>
            </a:r>
            <a:r>
              <a:rPr lang="zh-CN" altLang="en-US" sz="1400" dirty="0"/>
              <a:t>可以填充缺失值</a:t>
            </a:r>
            <a:endParaRPr lang="zh-CN" altLang="en-US" sz="1400" dirty="0"/>
          </a:p>
          <a:p>
            <a:r>
              <a:rPr lang="en-US" altLang="zh-CN" sz="1400" dirty="0"/>
              <a:t>SparkSQL</a:t>
            </a:r>
            <a:r>
              <a:rPr lang="zh-CN" altLang="en-US" sz="1400" dirty="0"/>
              <a:t>支持</a:t>
            </a:r>
            <a:r>
              <a:rPr lang="en-US" altLang="zh-CN" sz="1400" dirty="0"/>
              <a:t>JDBC</a:t>
            </a:r>
            <a:r>
              <a:rPr lang="zh-CN" altLang="en-US" sz="1400" dirty="0"/>
              <a:t>读写，可读写操作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SparkSQL</a:t>
            </a:r>
            <a:r>
              <a:rPr lang="zh-CN" altLang="en-US" dirty="0"/>
              <a:t>函数定义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en-US" altLang="zh-CN">
                <a:sym typeface="+mn-ea"/>
              </a:rPr>
              <a:t>SparkSQL </a:t>
            </a:r>
            <a:r>
              <a:rPr>
                <a:sym typeface="+mn-ea"/>
              </a:rPr>
              <a:t>定义</a:t>
            </a:r>
            <a:r>
              <a:rPr lang="en-US" altLang="zh-CN">
                <a:sym typeface="+mn-ea"/>
              </a:rPr>
              <a:t>UDF</a:t>
            </a:r>
            <a:r>
              <a:rPr>
                <a:sym typeface="+mn-ea"/>
              </a:rPr>
              <a:t>函数</a:t>
            </a:r>
            <a:endParaRPr>
              <a:sym typeface="+mn-ea"/>
            </a:endParaRPr>
          </a:p>
          <a:p>
            <a:r>
              <a:rPr lang="en-US" altLang="zh-CN" dirty="0">
                <a:sym typeface="+mn-ea"/>
              </a:rPr>
              <a:t>4.2 SparkSQL </a:t>
            </a:r>
            <a:r>
              <a:rPr lang="zh-CN" altLang="en-US" dirty="0">
                <a:sym typeface="+mn-ea"/>
              </a:rPr>
              <a:t>使用窗口函数</a:t>
            </a:r>
            <a:endParaRPr lang="zh-CN" altLang="en-US"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4.1 SparkSQL </a:t>
            </a:r>
            <a:r>
              <a:rPr>
                <a:sym typeface="+mn-ea"/>
              </a:rPr>
              <a:t>定义</a:t>
            </a:r>
            <a:r>
              <a:rPr lang="en-US" altLang="zh-CN">
                <a:sym typeface="+mn-ea"/>
              </a:rPr>
              <a:t>UDF</a:t>
            </a:r>
            <a:r>
              <a:rPr>
                <a:sym typeface="+mn-ea"/>
              </a:rPr>
              <a:t>函数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84325"/>
            <a:ext cx="11160125" cy="368109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4.1 SparkSQL </a:t>
            </a:r>
            <a:r>
              <a:rPr>
                <a:sym typeface="+mn-ea"/>
              </a:rPr>
              <a:t>定义</a:t>
            </a:r>
            <a:r>
              <a:rPr lang="en-US" altLang="zh-CN">
                <a:sym typeface="+mn-ea"/>
              </a:rPr>
              <a:t>UDF</a:t>
            </a:r>
            <a:r>
              <a:rPr>
                <a:sym typeface="+mn-ea"/>
              </a:rPr>
              <a:t>函数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65" y="1600200"/>
            <a:ext cx="10846435" cy="3657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4.1 SparkSQL </a:t>
            </a:r>
            <a:r>
              <a:rPr>
                <a:sym typeface="+mn-ea"/>
              </a:rPr>
              <a:t>定义</a:t>
            </a:r>
            <a:r>
              <a:rPr lang="en-US" altLang="zh-CN">
                <a:sym typeface="+mn-ea"/>
              </a:rPr>
              <a:t>UDF</a:t>
            </a:r>
            <a:r>
              <a:rPr>
                <a:sym typeface="+mn-ea"/>
              </a:rPr>
              <a:t>函数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498600"/>
            <a:ext cx="4813300" cy="2324100"/>
          </a:xfrm>
          <a:prstGeom prst="rect">
            <a:avLst/>
          </a:prstGeom>
        </p:spPr>
      </p:pic>
      <p:sp>
        <p:nvSpPr>
          <p:cNvPr id="9" name="文本框 12"/>
          <p:cNvSpPr txBox="1"/>
          <p:nvPr/>
        </p:nvSpPr>
        <p:spPr>
          <a:xfrm>
            <a:off x="6137275" y="2035810"/>
            <a:ext cx="6114415" cy="46996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sparksession.udf.register(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名称，可用于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风格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：被注册成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的方法名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：声明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的返回值类型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对象： 返回值对象，是一个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对象，可用于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DSL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风格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F.udf(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 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2)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被注册成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的方法名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声明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的返回值类型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对象： 返回值对象，是一个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对象，可用于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DSL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风格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其中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from pyspark.sql import functions as F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其中，被注册成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的方法名是指具体的计算方法，如：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 add(x, y): x + y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就是将要被注册成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UDF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的方法名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4.1 SparkSQL </a:t>
            </a:r>
            <a:r>
              <a:rPr>
                <a:sym typeface="+mn-ea"/>
              </a:rPr>
              <a:t>定义</a:t>
            </a:r>
            <a:r>
              <a:rPr lang="en-US" altLang="zh-CN">
                <a:sym typeface="+mn-ea"/>
              </a:rPr>
              <a:t>UDF</a:t>
            </a:r>
            <a:r>
              <a:rPr>
                <a:sym typeface="+mn-ea"/>
              </a:rPr>
              <a:t>函数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20" y="1658620"/>
            <a:ext cx="4038600" cy="368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20" y="2101215"/>
            <a:ext cx="10307955" cy="45294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4.1 SparkSQL </a:t>
            </a:r>
            <a:r>
              <a:rPr>
                <a:sym typeface="+mn-ea"/>
              </a:rPr>
              <a:t>定义</a:t>
            </a:r>
            <a:r>
              <a:rPr lang="en-US" altLang="zh-CN">
                <a:sym typeface="+mn-ea"/>
              </a:rPr>
              <a:t>UDF</a:t>
            </a:r>
            <a:r>
              <a:rPr>
                <a:sym typeface="+mn-ea"/>
              </a:rPr>
              <a:t>函数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718945"/>
            <a:ext cx="10845165" cy="45593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4.1 SparkSQL </a:t>
            </a:r>
            <a:r>
              <a:rPr>
                <a:sym typeface="+mn-ea"/>
              </a:rPr>
              <a:t>定义</a:t>
            </a:r>
            <a:r>
              <a:rPr lang="en-US" altLang="zh-CN">
                <a:sym typeface="+mn-ea"/>
              </a:rPr>
              <a:t>UDF</a:t>
            </a:r>
            <a:r>
              <a:rPr>
                <a:sym typeface="+mn-ea"/>
              </a:rPr>
              <a:t>函数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84325"/>
            <a:ext cx="9220200" cy="49104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4.1 SparkSQL </a:t>
            </a:r>
            <a:r>
              <a:rPr>
                <a:sym typeface="+mn-ea"/>
              </a:rPr>
              <a:t>定义</a:t>
            </a:r>
            <a:r>
              <a:rPr lang="en-US" altLang="zh-CN">
                <a:sym typeface="+mn-ea"/>
              </a:rPr>
              <a:t>UDF</a:t>
            </a:r>
            <a:r>
              <a:rPr>
                <a:sym typeface="+mn-ea"/>
              </a:rPr>
              <a:t>函数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18920"/>
            <a:ext cx="8359775" cy="3815715"/>
          </a:xfrm>
          <a:prstGeom prst="rect">
            <a:avLst/>
          </a:prstGeom>
        </p:spPr>
      </p:pic>
      <p:sp>
        <p:nvSpPr>
          <p:cNvPr id="5" name="文本框 12"/>
          <p:cNvSpPr txBox="1"/>
          <p:nvPr/>
        </p:nvSpPr>
        <p:spPr>
          <a:xfrm>
            <a:off x="837565" y="5334635"/>
            <a:ext cx="4959350" cy="13919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90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注意: 字典类型返回值, 可以用StructType来进行描述</a:t>
            </a:r>
            <a:endParaRPr sz="90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sz="90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90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StructType是一个普通的Spark支持的结构化类型</a:t>
            </a:r>
            <a:endParaRPr sz="90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sz="90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90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只是可以用在:</a:t>
            </a:r>
            <a:endParaRPr sz="90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sz="90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90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● DF中用于描述Schema</a:t>
            </a:r>
            <a:endParaRPr sz="90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sz="90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● UDF中用于描述返回值是字典的数据</a:t>
            </a:r>
            <a:endParaRPr sz="90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4.1 SparkSQL </a:t>
            </a:r>
            <a:r>
              <a:rPr>
                <a:sym typeface="+mn-ea"/>
              </a:rPr>
              <a:t>定义</a:t>
            </a:r>
            <a:r>
              <a:rPr lang="en-US" altLang="zh-CN">
                <a:sym typeface="+mn-ea"/>
              </a:rPr>
              <a:t>UDF</a:t>
            </a:r>
            <a:r>
              <a:rPr>
                <a:sym typeface="+mn-ea"/>
              </a:rPr>
              <a:t>函数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290" y="1584325"/>
            <a:ext cx="4207510" cy="513842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4.2 SparkSQL </a:t>
            </a:r>
            <a:r>
              <a:rPr>
                <a:sym typeface="+mn-ea"/>
              </a:rPr>
              <a:t>使用窗口函数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2028825"/>
            <a:ext cx="9573895" cy="42017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65" y="1616075"/>
            <a:ext cx="1028700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0" y="6145530"/>
            <a:ext cx="1901825" cy="218440"/>
          </a:xfrm>
          <a:prstGeom prst="rect">
            <a:avLst/>
          </a:prstGeom>
        </p:spPr>
      </p:pic>
      <p:sp>
        <p:nvSpPr>
          <p:cNvPr id="7" name="文本框 12"/>
          <p:cNvSpPr txBox="1"/>
          <p:nvPr/>
        </p:nvSpPr>
        <p:spPr>
          <a:xfrm>
            <a:off x="771525" y="6116955"/>
            <a:ext cx="412750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 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4.2 SparkSQL </a:t>
            </a:r>
            <a:r>
              <a:rPr>
                <a:sym typeface="+mn-ea"/>
              </a:rPr>
              <a:t>使用窗口函数</a:t>
            </a:r>
            <a:endParaRPr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889760"/>
            <a:ext cx="10864850" cy="32416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4.2 SparkSQL </a:t>
            </a:r>
            <a:r>
              <a:rPr>
                <a:sym typeface="+mn-ea"/>
              </a:rPr>
              <a:t>使用窗口函数</a:t>
            </a:r>
            <a:endParaRPr>
              <a:sym typeface="+mn-ea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948690" y="1584325"/>
            <a:ext cx="3825875" cy="48234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coding:utf8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演示sparksql 窗口函数(开窗函数)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import string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SparkSession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# 导入StructType对象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pyspark.sql.types import ArrayType, StringType, StructType, IntegerType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import pandas as pd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from pyspark.sql import functions as F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if __name__ == '__main__':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 = SparkSession.builder.\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appName("create df").\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master("local[*]").\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config("spark.sql.shuffle.partitions", "2").\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getOrCreate()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sc = spark.sparkContext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rdd = sc.parallelize([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('张三', 'class_1', 99),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('王五', 'class_2', 35),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('王三', 'class_3', 57),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('王久', 'class_4', 12),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('王丽', 'class_5', 99),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('王娟', 'class_1', 90),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('王军', 'class_2', 91),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('王俊', 'class_3', 33),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('王君', 'class_4', 55),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('王珺', 'class_5', 66),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('郑颖', 'class_1', 11),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('郑辉', 'class_2', 33),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('张丽', 'class_3', 36),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('张张', 'class_4', 79),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('黄凯', 'class_5', 90),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('黄开', 'class_1', 90),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('黄恺', 'class_2', 90),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('王凯', 'class_3', 11),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('王凯杰', 'class_1', 11),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('王开杰', 'class_2', 3),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('王景亮', 'class_3', 99)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5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])</a:t>
            </a:r>
            <a:endParaRPr lang="zh-CN" altLang="zh-CN" sz="5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408420" y="1584325"/>
            <a:ext cx="3825875" cy="50774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schema = StructType().add("name", StringType()).\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add("class", StringType()).\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add("score", IntegerType())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 = rdd.toDF(schema)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窗口函数只用于SQL风格, 所以注册表先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df.createTempView("stu")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TODO 聚合窗口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spark.sql("""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SELECT *, AVG(score) OVER() AS avg_score FROM stu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""").show()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SELECT *, AVG(score) OVER() AS avg_score FROM stu 等同于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SELECT * FROM stu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SELECT AVG(score) FROM stu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两个SQL的结果集进行整合而来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spark.sql("""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    SELECT *, AVG(score) OVER(PARTITION BY class) AS avg_score FROM stu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""").show()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SELECT *, AVG(score) OVER(PARTITION BY class) AS avg_score FROM stu 等同于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SELECT * FROM stu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SELECT AVG(score) FROM stu GROUP BY class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两个SQL的结果集进行整合而来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TODO 排序窗口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spark.sql("""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SELECT *, ROW_NUMBER() OVER(ORDER BY score DESC) AS row_number_rank, 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 DENSE_RANK() OVER(PARTITION BY class ORDER BY score DESC) AS dense_rank, 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 RANK() OVER(ORDER BY score) AS rank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 FROM stu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""").show()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# TODO NTILE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spark.sql("""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    SELECT *, NTILE(6) OVER(ORDER BY score DESC) FROM stu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    """).show()</a:t>
            </a:r>
            <a:endParaRPr lang="zh-CN" altLang="zh-CN" sz="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400" dirty="0"/>
              <a:t>SparkSQL</a:t>
            </a:r>
            <a:r>
              <a:rPr lang="zh-CN" altLang="en-US" sz="1400" dirty="0"/>
              <a:t>支持</a:t>
            </a:r>
            <a:r>
              <a:rPr lang="en-US" altLang="zh-CN" sz="1400" dirty="0"/>
              <a:t>UDF</a:t>
            </a:r>
            <a:r>
              <a:rPr lang="zh-CN" altLang="en-US" sz="1400" dirty="0"/>
              <a:t>和</a:t>
            </a:r>
            <a:r>
              <a:rPr lang="en-US" altLang="zh-CN" sz="1400" dirty="0"/>
              <a:t>UDAF</a:t>
            </a:r>
            <a:r>
              <a:rPr lang="zh-CN" altLang="en-US" sz="1400" dirty="0"/>
              <a:t>定义，但在</a:t>
            </a:r>
            <a:r>
              <a:rPr lang="en-US" altLang="zh-CN" sz="1400" dirty="0"/>
              <a:t>Python</a:t>
            </a:r>
            <a:r>
              <a:rPr lang="zh-CN" altLang="en-US" sz="1400" dirty="0"/>
              <a:t>中，暂时只能定义</a:t>
            </a:r>
            <a:r>
              <a:rPr lang="en-US" altLang="zh-CN" sz="1400" dirty="0"/>
              <a:t>UDF</a:t>
            </a:r>
            <a:endParaRPr lang="en-US" altLang="zh-CN" sz="1400" dirty="0"/>
          </a:p>
          <a:p>
            <a:r>
              <a:rPr lang="en-US" altLang="zh-CN" sz="1400" dirty="0"/>
              <a:t>UDF</a:t>
            </a:r>
            <a:r>
              <a:rPr lang="zh-CN" altLang="en-US" sz="1400" dirty="0"/>
              <a:t>定义支持</a:t>
            </a:r>
            <a:r>
              <a:rPr lang="en-US" altLang="zh-CN" sz="1400" dirty="0"/>
              <a:t>2</a:t>
            </a:r>
            <a:r>
              <a:rPr lang="zh-CN" altLang="en-US" sz="1400" dirty="0"/>
              <a:t>种方式</a:t>
            </a:r>
            <a:r>
              <a:rPr lang="en-US" altLang="zh-CN" sz="1400" dirty="0"/>
              <a:t>, 1:</a:t>
            </a:r>
            <a:r>
              <a:rPr lang="zh-CN" altLang="en-US" sz="1400" dirty="0"/>
              <a:t>使用</a:t>
            </a:r>
            <a:r>
              <a:rPr lang="en-US" altLang="zh-CN" sz="1400" dirty="0"/>
              <a:t>SparkSession</a:t>
            </a:r>
            <a:r>
              <a:rPr lang="zh-CN" altLang="en-US" sz="1400" dirty="0"/>
              <a:t>对象构建</a:t>
            </a:r>
            <a:r>
              <a:rPr lang="en-US" altLang="zh-CN" sz="1400" dirty="0"/>
              <a:t>. 2: </a:t>
            </a:r>
            <a:r>
              <a:rPr lang="zh-CN" altLang="en-US" sz="1400" dirty="0"/>
              <a:t>使用</a:t>
            </a:r>
            <a:r>
              <a:rPr lang="en-US" altLang="zh-CN" sz="1400" dirty="0"/>
              <a:t>functions</a:t>
            </a:r>
            <a:r>
              <a:rPr lang="zh-CN" altLang="en-US" sz="1400" dirty="0"/>
              <a:t>包中提供的</a:t>
            </a:r>
            <a:r>
              <a:rPr lang="en-US" altLang="zh-CN" sz="1400" dirty="0"/>
              <a:t>UDF API</a:t>
            </a:r>
            <a:r>
              <a:rPr lang="zh-CN" altLang="en-US" sz="1400" dirty="0"/>
              <a:t>构建</a:t>
            </a:r>
            <a:r>
              <a:rPr lang="en-US" altLang="zh-CN" sz="1400" dirty="0"/>
              <a:t>. </a:t>
            </a:r>
            <a:r>
              <a:rPr lang="zh-CN" altLang="en-US" sz="1400" dirty="0"/>
              <a:t>要注意</a:t>
            </a:r>
            <a:r>
              <a:rPr lang="en-US" altLang="zh-CN" sz="1400" dirty="0"/>
              <a:t>, </a:t>
            </a:r>
            <a:r>
              <a:rPr lang="zh-CN" altLang="en-US" sz="1400" dirty="0"/>
              <a:t>方式</a:t>
            </a:r>
            <a:r>
              <a:rPr lang="en-US" altLang="zh-CN" sz="1400" dirty="0"/>
              <a:t>1</a:t>
            </a:r>
            <a:r>
              <a:rPr lang="zh-CN" altLang="en-US" sz="1400" dirty="0"/>
              <a:t>可用</a:t>
            </a:r>
            <a:r>
              <a:rPr lang="en-US" altLang="zh-CN" sz="1400" dirty="0"/>
              <a:t>DSL</a:t>
            </a:r>
            <a:r>
              <a:rPr lang="zh-CN" altLang="en-US" sz="1400" dirty="0"/>
              <a:t>和</a:t>
            </a:r>
            <a:r>
              <a:rPr lang="en-US" altLang="zh-CN" sz="1400" dirty="0"/>
              <a:t>SQL</a:t>
            </a:r>
            <a:r>
              <a:rPr lang="zh-CN" altLang="en-US" sz="1400" dirty="0"/>
              <a:t>风格</a:t>
            </a:r>
            <a:r>
              <a:rPr lang="en-US" altLang="zh-CN" sz="1400" dirty="0"/>
              <a:t>, </a:t>
            </a:r>
            <a:r>
              <a:rPr lang="zh-CN" altLang="en-US" sz="1400" dirty="0"/>
              <a:t>方式</a:t>
            </a:r>
            <a:r>
              <a:rPr lang="en-US" altLang="zh-CN" sz="1400" dirty="0"/>
              <a:t>2 </a:t>
            </a:r>
            <a:r>
              <a:rPr lang="zh-CN" altLang="en-US" sz="1400" dirty="0"/>
              <a:t>仅可用于</a:t>
            </a:r>
            <a:r>
              <a:rPr lang="en-US" altLang="zh-CN" sz="1400" dirty="0"/>
              <a:t>DSL</a:t>
            </a:r>
            <a:r>
              <a:rPr lang="zh-CN" altLang="en-US" sz="1400" dirty="0"/>
              <a:t>风格</a:t>
            </a:r>
            <a:endParaRPr lang="zh-CN" altLang="en-US" sz="1400" dirty="0"/>
          </a:p>
          <a:p>
            <a:r>
              <a:rPr lang="en-US" altLang="zh-CN" sz="1400" dirty="0"/>
              <a:t>SparkSQL</a:t>
            </a:r>
            <a:r>
              <a:rPr lang="zh-CN" altLang="en-US" sz="1400" dirty="0"/>
              <a:t>支持窗口函数使用</a:t>
            </a:r>
            <a:r>
              <a:rPr lang="en-US" altLang="zh-CN" sz="1400" dirty="0"/>
              <a:t>, </a:t>
            </a:r>
            <a:r>
              <a:rPr lang="zh-CN" altLang="en-US" sz="1400" dirty="0"/>
              <a:t>常用</a:t>
            </a:r>
            <a:r>
              <a:rPr lang="en-US" altLang="zh-CN" sz="1400" dirty="0"/>
              <a:t>SQL</a:t>
            </a:r>
            <a:r>
              <a:rPr lang="zh-CN" altLang="en-US" sz="1400" dirty="0"/>
              <a:t>中的窗口函数均支持</a:t>
            </a:r>
            <a:r>
              <a:rPr lang="en-US" altLang="zh-CN" sz="1400" dirty="0"/>
              <a:t>, </a:t>
            </a:r>
            <a:r>
              <a:rPr lang="zh-CN" altLang="en-US" sz="1400" dirty="0"/>
              <a:t>如聚合窗口</a:t>
            </a:r>
            <a:r>
              <a:rPr lang="en-US" altLang="zh-CN" sz="1400" dirty="0"/>
              <a:t>\</a:t>
            </a:r>
            <a:r>
              <a:rPr lang="zh-CN" altLang="en-US" sz="1400" dirty="0"/>
              <a:t>排序窗口</a:t>
            </a:r>
            <a:r>
              <a:rPr lang="en-US" altLang="zh-CN" sz="1400" dirty="0"/>
              <a:t>\NTILE</a:t>
            </a:r>
            <a:r>
              <a:rPr lang="zh-CN" altLang="en-US" sz="1400" dirty="0"/>
              <a:t>分组窗口等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SparkSQL</a:t>
            </a:r>
            <a:r>
              <a:rPr lang="zh-CN" altLang="en-US" dirty="0"/>
              <a:t>的运行流程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5.1 SparkRDD</a:t>
            </a:r>
            <a:r>
              <a:rPr lang="zh-CN" altLang="en-US" dirty="0">
                <a:sym typeface="+mn-ea"/>
              </a:rPr>
              <a:t>的执行流程回顾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5.2 SparkSQL</a:t>
            </a:r>
            <a:r>
              <a:rPr lang="zh-CN" altLang="en-US" dirty="0">
                <a:sym typeface="+mn-ea"/>
              </a:rPr>
              <a:t>的自动优化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5.3 Catalyst</a:t>
            </a:r>
            <a:r>
              <a:rPr lang="zh-CN" altLang="en-US" dirty="0">
                <a:sym typeface="+mn-ea"/>
              </a:rPr>
              <a:t>优化器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5.4 SparkSQL</a:t>
            </a:r>
            <a:r>
              <a:rPr lang="zh-CN" altLang="en-US" dirty="0">
                <a:sym typeface="+mn-ea"/>
              </a:rPr>
              <a:t>的执行流程</a:t>
            </a:r>
            <a:endParaRPr lang="zh-CN" altLang="en-US"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5.1 RDD</a:t>
            </a:r>
            <a:r>
              <a:rPr>
                <a:sym typeface="+mn-ea"/>
              </a:rPr>
              <a:t>的执行流程回顾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055" y="1405890"/>
            <a:ext cx="7290435" cy="38481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5.1 SparkSQL</a:t>
            </a:r>
            <a:r>
              <a:rPr>
                <a:sym typeface="+mn-ea"/>
              </a:rPr>
              <a:t>的执行流程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8905" y="1905635"/>
            <a:ext cx="8745220" cy="13220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rPr>
              <a:t>SparkSQL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rPr>
              <a:t>的执行流程：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j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j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rPr>
              <a:t>SparkSQL DataFrame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rPr>
              <a:t>代码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rPr>
              <a:t> -&gt;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rPr>
              <a:t>翻译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rPr>
              <a:t> -&gt; RDD -&gt; DAG Scheduler -&gt; Task Scheduler -&gt; Worker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5.2 SparkSQL</a:t>
            </a:r>
            <a:r>
              <a:rPr>
                <a:sym typeface="+mn-ea"/>
              </a:rPr>
              <a:t>的自动优化</a:t>
            </a:r>
            <a:endParaRPr>
              <a:sym typeface="+mn-ea"/>
            </a:endParaRPr>
          </a:p>
        </p:txBody>
      </p:sp>
      <p:sp>
        <p:nvSpPr>
          <p:cNvPr id="4" name="文本框 12"/>
          <p:cNvSpPr txBox="1"/>
          <p:nvPr/>
        </p:nvSpPr>
        <p:spPr>
          <a:xfrm>
            <a:off x="837565" y="1661795"/>
            <a:ext cx="9466580" cy="13404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的运行会完全按照开发者的代码执行， 如果开发者水平有限，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的执行效率也会受到影响。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会对写完的代码，执行“自动优化”， 以提升代码运行效率，避免开发者水平影响到代码执行效率。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01700" y="2931795"/>
            <a:ext cx="7388860" cy="2657475"/>
            <a:chOff x="1420" y="4617"/>
            <a:chExt cx="11636" cy="418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20" y="4617"/>
              <a:ext cx="4277" cy="4185"/>
            </a:xfrm>
            <a:prstGeom prst="rect">
              <a:avLst/>
            </a:prstGeom>
          </p:spPr>
        </p:pic>
        <p:sp>
          <p:nvSpPr>
            <p:cNvPr id="6" name="文本框 12"/>
            <p:cNvSpPr txBox="1"/>
            <p:nvPr/>
          </p:nvSpPr>
          <p:spPr>
            <a:xfrm>
              <a:off x="6695" y="6068"/>
              <a:ext cx="6361" cy="12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 eaLnBrk="0" fontAlgn="base" hangingPunct="0">
                <a:spcBef>
                  <a:spcPct val="20000"/>
                </a:spcBef>
                <a:buClrTx/>
                <a:buSzTx/>
                <a:buFont typeface="Arial" panose="020B0604020202020204" pitchFamily="34" charset="0"/>
              </a:pPr>
              <a:r>
                <a:rPr lang="zh-CN" altLang="en-US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为什么</a:t>
              </a:r>
              <a:r>
                <a:rPr lang="en-US" altLang="zh-CN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SparkSQL</a:t>
              </a:r>
              <a:r>
                <a:rPr lang="zh-CN" altLang="en-US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可以自动优化</a:t>
              </a:r>
              <a:endPara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l" eaLnBrk="0" fontAlgn="base" hangingPunct="0">
                <a:spcBef>
                  <a:spcPct val="20000"/>
                </a:spcBef>
                <a:buClrTx/>
                <a:buSzTx/>
                <a:buFont typeface="Arial" panose="020B0604020202020204" pitchFamily="34" charset="0"/>
              </a:pPr>
              <a:endPara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l" eaLnBrk="0" fontAlgn="base" hangingPunct="0">
                <a:spcBef>
                  <a:spcPct val="20000"/>
                </a:spcBef>
                <a:buClrTx/>
                <a:buSzTx/>
                <a:buFont typeface="Arial" panose="020B0604020202020204" pitchFamily="34" charset="0"/>
              </a:pPr>
              <a:r>
                <a:rPr lang="zh-CN" altLang="en-US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而</a:t>
              </a:r>
              <a:r>
                <a:rPr lang="en-US" altLang="zh-CN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RDD</a:t>
              </a:r>
              <a:r>
                <a:rPr lang="zh-CN" altLang="en-US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不可以？</a:t>
              </a:r>
              <a:endPara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8" name="文本框 12"/>
          <p:cNvSpPr txBox="1"/>
          <p:nvPr/>
        </p:nvSpPr>
        <p:spPr>
          <a:xfrm>
            <a:off x="7684135" y="3853180"/>
            <a:ext cx="4039235" cy="15989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RDD</a:t>
            </a:r>
            <a:r>
              <a:rPr lang="zh-CN" altLang="en-US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：内含数据类型不限格式和结构</a:t>
            </a:r>
            <a:endParaRPr lang="zh-CN" altLang="en-US" sz="1400" b="1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 b="1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100% </a:t>
            </a:r>
            <a:r>
              <a:rPr lang="zh-CN" altLang="en-US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是二维表结构，可以被针对</a:t>
            </a:r>
            <a:endParaRPr lang="zh-CN" altLang="en-US" sz="1400" b="1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 b="1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endParaRPr lang="zh-CN" altLang="en-US" sz="1400" b="1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eaLnBrk="0" fontAlgn="base" hangingPunct="0"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SparkSQL</a:t>
            </a:r>
            <a:r>
              <a:rPr lang="zh-CN" altLang="en-US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的自动优化，依赖于：</a:t>
            </a:r>
            <a:r>
              <a:rPr lang="en-US" altLang="zh-CN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Catalyst</a:t>
            </a:r>
            <a:r>
              <a:rPr lang="zh-CN" altLang="en-US" sz="1400" b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优化器</a:t>
            </a:r>
            <a:endParaRPr lang="zh-CN" altLang="en-US" sz="1400" b="1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5.3 Catalyst</a:t>
            </a:r>
            <a:r>
              <a:rPr>
                <a:sym typeface="+mn-ea"/>
              </a:rPr>
              <a:t>优化器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1584325"/>
            <a:ext cx="10749915" cy="36436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5.3 Catalyst</a:t>
            </a:r>
            <a:r>
              <a:rPr>
                <a:sym typeface="+mn-ea"/>
              </a:rPr>
              <a:t>优化器</a:t>
            </a:r>
            <a:endParaRPr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40" y="1483995"/>
            <a:ext cx="10307955" cy="528955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5.3 Catalyst</a:t>
            </a:r>
            <a:r>
              <a:rPr>
                <a:sym typeface="+mn-ea"/>
              </a:rPr>
              <a:t>优化器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415" y="1584325"/>
            <a:ext cx="9969500" cy="449072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5.3 Catalyst</a:t>
            </a:r>
            <a:r>
              <a:rPr>
                <a:sym typeface="+mn-ea"/>
              </a:rPr>
              <a:t>优化器</a:t>
            </a:r>
            <a:endParaRPr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430" y="1454150"/>
            <a:ext cx="9158605" cy="52038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5.3 Catalyst</a:t>
            </a:r>
            <a:r>
              <a:rPr>
                <a:sym typeface="+mn-ea"/>
              </a:rPr>
              <a:t>优化器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65" y="1584325"/>
            <a:ext cx="10120630" cy="466979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5.3 Catalyst</a:t>
            </a:r>
            <a:r>
              <a:rPr>
                <a:sym typeface="+mn-ea"/>
              </a:rPr>
              <a:t>优化器</a:t>
            </a:r>
            <a:endParaRPr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230" y="1447800"/>
            <a:ext cx="7594600" cy="52736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5.3 Catalyst</a:t>
            </a:r>
            <a:r>
              <a:rPr>
                <a:sym typeface="+mn-ea"/>
              </a:rPr>
              <a:t>优化器 总结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74800"/>
            <a:ext cx="9474835" cy="3708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5.4 SparkSQL</a:t>
            </a:r>
            <a:r>
              <a:rPr>
                <a:sym typeface="+mn-ea"/>
              </a:rPr>
              <a:t>的执行流程</a:t>
            </a:r>
            <a:endParaRPr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3362960"/>
            <a:ext cx="4680585" cy="29343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65" y="1811655"/>
            <a:ext cx="7967980" cy="13239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400" dirty="0"/>
              <a:t>DataFrame</a:t>
            </a:r>
            <a:r>
              <a:rPr lang="zh-CN" altLang="en-US" sz="1400" dirty="0"/>
              <a:t>因为存储的是二维表数据结构，可以被针对，所以可以自动优化执行流程。</a:t>
            </a:r>
            <a:endParaRPr lang="zh-CN" altLang="en-US" sz="1400" dirty="0"/>
          </a:p>
          <a:p>
            <a:r>
              <a:rPr lang="zh-CN" altLang="en-US" sz="1400" dirty="0"/>
              <a:t>自动优化依赖</a:t>
            </a:r>
            <a:r>
              <a:rPr lang="en-US" altLang="zh-CN" sz="1400" dirty="0"/>
              <a:t>Catalyst</a:t>
            </a:r>
            <a:r>
              <a:rPr lang="zh-CN" altLang="en-US" sz="1400" dirty="0"/>
              <a:t>优化器</a:t>
            </a:r>
            <a:endParaRPr lang="zh-CN" altLang="en-US" sz="1400" dirty="0"/>
          </a:p>
          <a:p>
            <a:r>
              <a:rPr lang="zh-CN" altLang="en-US" sz="1400" dirty="0"/>
              <a:t>自动优化</a:t>
            </a:r>
            <a:r>
              <a:rPr lang="en-US" altLang="zh-CN" sz="1400" dirty="0"/>
              <a:t>2</a:t>
            </a:r>
            <a:r>
              <a:rPr lang="zh-CN" altLang="en-US" sz="1400" dirty="0"/>
              <a:t>个大的优化项是：</a:t>
            </a:r>
            <a:r>
              <a:rPr lang="en-US" altLang="zh-CN" sz="1400" dirty="0"/>
              <a:t>1. </a:t>
            </a:r>
            <a:r>
              <a:rPr lang="zh-CN" altLang="en-US" sz="1400" dirty="0"/>
              <a:t>断言（谓词）下推（行过滤） </a:t>
            </a:r>
            <a:r>
              <a:rPr lang="en-US" altLang="zh-CN" sz="1400" dirty="0"/>
              <a:t>2. </a:t>
            </a:r>
            <a:r>
              <a:rPr lang="zh-CN" altLang="en-US" sz="1400" dirty="0"/>
              <a:t>列值裁剪（列过滤）</a:t>
            </a:r>
            <a:endParaRPr lang="zh-CN" altLang="en-US" sz="1400" dirty="0"/>
          </a:p>
          <a:p>
            <a:r>
              <a:rPr lang="en-US" altLang="zh-CN" sz="1400" dirty="0"/>
              <a:t>DataFrame</a:t>
            </a:r>
            <a:r>
              <a:rPr lang="zh-CN" altLang="en-US" sz="1400" dirty="0"/>
              <a:t>代码在被优化有，最终还是被转换成</a:t>
            </a:r>
            <a:r>
              <a:rPr lang="en-US" altLang="zh-CN" sz="1400" dirty="0"/>
              <a:t>RDD</a:t>
            </a:r>
            <a:r>
              <a:rPr lang="zh-CN" altLang="en-US" sz="1400" dirty="0"/>
              <a:t>去执行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Spark On Hive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6.1 </a:t>
            </a:r>
            <a:r>
              <a:rPr lang="zh-CN" altLang="en-US" dirty="0">
                <a:sym typeface="+mn-ea"/>
              </a:rPr>
              <a:t>原理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6.2 </a:t>
            </a:r>
            <a:r>
              <a:rPr lang="zh-CN" altLang="en-US" dirty="0">
                <a:sym typeface="+mn-ea"/>
              </a:rPr>
              <a:t>配置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6.3 </a:t>
            </a:r>
            <a:r>
              <a:rPr lang="zh-CN" altLang="en-US" dirty="0">
                <a:sym typeface="+mn-ea"/>
              </a:rPr>
              <a:t>在代码中集成</a:t>
            </a:r>
            <a:endParaRPr lang="zh-CN" altLang="en-US"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6.1 </a:t>
            </a:r>
            <a:r>
              <a:rPr>
                <a:sym typeface="+mn-ea"/>
              </a:rPr>
              <a:t>原理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320" y="1584325"/>
            <a:ext cx="6452235" cy="2032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6.1 </a:t>
            </a:r>
            <a:r>
              <a:rPr>
                <a:sym typeface="+mn-ea"/>
              </a:rPr>
              <a:t>原理</a:t>
            </a:r>
            <a:endParaRPr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503045"/>
            <a:ext cx="7800340" cy="485902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6.1 </a:t>
            </a:r>
            <a:r>
              <a:rPr>
                <a:sym typeface="+mn-ea"/>
              </a:rPr>
              <a:t>原理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45" y="1466850"/>
            <a:ext cx="5229225" cy="519239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6.2 </a:t>
            </a:r>
            <a:r>
              <a:rPr>
                <a:sym typeface="+mn-ea"/>
              </a:rPr>
              <a:t>配置</a:t>
            </a:r>
            <a:endParaRPr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" y="1584325"/>
            <a:ext cx="5803900" cy="19812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65" y="1584325"/>
            <a:ext cx="1095375" cy="2762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6.2 </a:t>
            </a:r>
            <a:r>
              <a:rPr>
                <a:sym typeface="+mn-ea"/>
              </a:rPr>
              <a:t>配置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" y="1497330"/>
            <a:ext cx="8037195" cy="49631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6.2 </a:t>
            </a:r>
            <a:r>
              <a:rPr>
                <a:sym typeface="+mn-ea"/>
              </a:rPr>
              <a:t>配置</a:t>
            </a:r>
            <a:endParaRPr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55" y="1584325"/>
            <a:ext cx="8176895" cy="50412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6.2 </a:t>
            </a:r>
            <a:r>
              <a:rPr>
                <a:sym typeface="+mn-ea"/>
              </a:rPr>
              <a:t>配置</a:t>
            </a:r>
            <a:endParaRPr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45" y="1584325"/>
            <a:ext cx="8792845" cy="51041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6.3 </a:t>
            </a:r>
            <a:r>
              <a:rPr>
                <a:sym typeface="+mn-ea"/>
              </a:rPr>
              <a:t>在代码中集成</a:t>
            </a:r>
            <a:r>
              <a:rPr lang="en-US" altLang="zh-CN">
                <a:sym typeface="+mn-ea"/>
              </a:rPr>
              <a:t>Spark On Hive</a:t>
            </a:r>
            <a:endParaRPr lang="en-US" altLang="zh-CN"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765" y="1584325"/>
            <a:ext cx="9514205" cy="457263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400" dirty="0"/>
              <a:t>Spark On Hive </a:t>
            </a:r>
            <a:r>
              <a:rPr lang="zh-CN" altLang="en-US" sz="1400" dirty="0"/>
              <a:t>就是因为</a:t>
            </a:r>
            <a:r>
              <a:rPr lang="en-US" altLang="zh-CN" sz="1400" dirty="0"/>
              <a:t>Spark</a:t>
            </a:r>
            <a:r>
              <a:rPr lang="zh-CN" altLang="en-US" sz="1400" dirty="0"/>
              <a:t>自身没有元数据管理功能， 所以使用</a:t>
            </a:r>
            <a:r>
              <a:rPr lang="en-US" altLang="zh-CN" sz="1400" dirty="0"/>
              <a:t>Hive</a:t>
            </a:r>
            <a:r>
              <a:rPr lang="zh-CN" altLang="en-US" sz="1400" dirty="0"/>
              <a:t>的</a:t>
            </a:r>
            <a:r>
              <a:rPr lang="en-US" altLang="zh-CN" sz="1400" dirty="0"/>
              <a:t>Metastore</a:t>
            </a:r>
            <a:r>
              <a:rPr lang="zh-CN" altLang="en-US" sz="1400" dirty="0"/>
              <a:t>服务作为元数据管理服务。计算由</a:t>
            </a:r>
            <a:r>
              <a:rPr lang="en-US" altLang="zh-CN" sz="1400" dirty="0"/>
              <a:t>Spark</a:t>
            </a:r>
            <a:r>
              <a:rPr lang="zh-CN" altLang="en-US" sz="1400" dirty="0"/>
              <a:t>执行。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分布式</a:t>
            </a:r>
            <a:r>
              <a:rPr lang="en-US" altLang="zh-CN" dirty="0"/>
              <a:t>SQL</a:t>
            </a:r>
            <a:r>
              <a:rPr lang="zh-CN" altLang="en-US" dirty="0"/>
              <a:t>执行引擎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7.1 </a:t>
            </a:r>
            <a:r>
              <a:rPr lang="zh-CN" altLang="en-US" dirty="0">
                <a:sym typeface="+mn-ea"/>
              </a:rPr>
              <a:t>概念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7.2 </a:t>
            </a:r>
            <a:r>
              <a:rPr lang="zh-CN" altLang="en-US" dirty="0">
                <a:sym typeface="+mn-ea"/>
              </a:rPr>
              <a:t>客户端工具连接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7.3 </a:t>
            </a:r>
            <a:r>
              <a:rPr lang="zh-CN" altLang="en-US" dirty="0">
                <a:sym typeface="+mn-ea"/>
              </a:rPr>
              <a:t>代码</a:t>
            </a:r>
            <a:r>
              <a:rPr lang="en-US" altLang="zh-CN" dirty="0">
                <a:sym typeface="+mn-ea"/>
              </a:rPr>
              <a:t>JDBC</a:t>
            </a:r>
            <a:r>
              <a:rPr lang="zh-CN" altLang="en-US" dirty="0">
                <a:sym typeface="+mn-ea"/>
              </a:rPr>
              <a:t>连接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07</a:t>
            </a:r>
            <a:endParaRPr lang="zh-CN" alt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7.1 </a:t>
            </a:r>
            <a:r>
              <a:rPr>
                <a:sym typeface="+mn-ea"/>
              </a:rPr>
              <a:t>概念</a:t>
            </a:r>
            <a:endParaRPr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605" y="1584325"/>
            <a:ext cx="6877050" cy="5099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295" y="6454140"/>
            <a:ext cx="5570855" cy="22923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7.2 </a:t>
            </a:r>
            <a:r>
              <a:rPr>
                <a:sym typeface="+mn-ea"/>
              </a:rPr>
              <a:t>配置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115" y="1584325"/>
            <a:ext cx="7888605" cy="499808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7.3 </a:t>
            </a:r>
            <a:r>
              <a:rPr>
                <a:sym typeface="+mn-ea"/>
              </a:rPr>
              <a:t>测试</a:t>
            </a:r>
            <a:endParaRPr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978660"/>
            <a:ext cx="4684395" cy="3798570"/>
          </a:xfrm>
          <a:prstGeom prst="rect">
            <a:avLst/>
          </a:prstGeom>
        </p:spPr>
      </p:pic>
      <p:sp>
        <p:nvSpPr>
          <p:cNvPr id="6" name="文本占位符 3"/>
          <p:cNvSpPr>
            <a:spLocks noGrp="1"/>
          </p:cNvSpPr>
          <p:nvPr/>
        </p:nvSpPr>
        <p:spPr>
          <a:xfrm>
            <a:off x="837880" y="158460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ym typeface="+mn-ea"/>
              </a:rPr>
              <a:t>客户端工具测试</a:t>
            </a:r>
            <a:endParaRPr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7.3 </a:t>
            </a:r>
            <a:r>
              <a:rPr>
                <a:sym typeface="+mn-ea"/>
              </a:rPr>
              <a:t>测试</a:t>
            </a:r>
            <a:endParaRPr>
              <a:sym typeface="+mn-ea"/>
            </a:endParaRPr>
          </a:p>
        </p:txBody>
      </p:sp>
      <p:sp>
        <p:nvSpPr>
          <p:cNvPr id="5" name="文本占位符 3"/>
          <p:cNvSpPr>
            <a:spLocks noGrp="1"/>
          </p:cNvSpPr>
          <p:nvPr/>
        </p:nvSpPr>
        <p:spPr>
          <a:xfrm>
            <a:off x="837880" y="158460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ym typeface="+mn-ea"/>
              </a:rPr>
              <a:t>代码测试</a:t>
            </a:r>
            <a:endParaRPr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" y="2128520"/>
            <a:ext cx="6515735" cy="9906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95985" y="3145790"/>
            <a:ext cx="1069086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yum install zlib-devel bzip2-devel openssl-devel ncurses-devel sqlite-devel readline-devel tk-devel libffi-devel gcc make gcc-c++ python-devel cyrus-sasl-devel cyrus-sasl-plain cyrus-sasl-gssapi -y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85" y="3663315"/>
            <a:ext cx="3314700" cy="3810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895985" y="4147820"/>
            <a:ext cx="1069086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/export/server/anaconda3/envs/pyspark/bin/python -m pip install -i https://pypi.tuna.tsinghua.edu.cn/simple pyhive pymysql sasl thrift thrift_sasl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3"/>
          <p:cNvSpPr>
            <a:spLocks noGrp="1"/>
          </p:cNvSpPr>
          <p:nvPr/>
        </p:nvSpPr>
        <p:spPr>
          <a:xfrm>
            <a:off x="837880" y="1067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7.3 </a:t>
            </a:r>
            <a:r>
              <a:rPr>
                <a:sym typeface="+mn-ea"/>
              </a:rPr>
              <a:t>测试</a:t>
            </a:r>
            <a:endParaRPr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889760"/>
            <a:ext cx="9262745" cy="4243705"/>
          </a:xfrm>
          <a:prstGeom prst="rect">
            <a:avLst/>
          </a:prstGeom>
        </p:spPr>
      </p:pic>
      <p:sp>
        <p:nvSpPr>
          <p:cNvPr id="5" name="文本占位符 3"/>
          <p:cNvSpPr>
            <a:spLocks noGrp="1"/>
          </p:cNvSpPr>
          <p:nvPr/>
        </p:nvSpPr>
        <p:spPr>
          <a:xfrm>
            <a:off x="837880" y="158460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ym typeface="+mn-ea"/>
              </a:rPr>
              <a:t>代码测试</a:t>
            </a:r>
            <a:endParaRPr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400" dirty="0"/>
              <a:t>分布式</a:t>
            </a:r>
            <a:r>
              <a:rPr lang="en-US" altLang="zh-CN" sz="1400" dirty="0"/>
              <a:t>SQL</a:t>
            </a:r>
            <a:r>
              <a:rPr lang="zh-CN" altLang="en-US" sz="1400" dirty="0"/>
              <a:t>执行引擎就是使用</a:t>
            </a:r>
            <a:r>
              <a:rPr lang="en-US" altLang="zh-CN" sz="1400" dirty="0"/>
              <a:t>Spark</a:t>
            </a:r>
            <a:r>
              <a:rPr lang="zh-CN" altLang="en-US" sz="1400" dirty="0"/>
              <a:t>提供的</a:t>
            </a:r>
            <a:r>
              <a:rPr lang="en-US" altLang="zh-CN" sz="1400" dirty="0"/>
              <a:t>ThriftServer</a:t>
            </a:r>
            <a:r>
              <a:rPr lang="zh-CN" altLang="en-US" sz="1400" dirty="0"/>
              <a:t>服务，以“后台进程”的模式持续运行，对外提供端口。</a:t>
            </a:r>
            <a:endParaRPr lang="zh-CN" altLang="en-US" sz="1400" dirty="0"/>
          </a:p>
          <a:p>
            <a:pPr marL="0" indent="0">
              <a:buNone/>
            </a:pP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可以通过客户端工具或者代码，以</a:t>
            </a:r>
            <a:r>
              <a:rPr lang="en-US" altLang="zh-CN" sz="1400" dirty="0"/>
              <a:t>JDBC</a:t>
            </a:r>
            <a:r>
              <a:rPr lang="zh-CN" altLang="en-US" sz="1400" dirty="0"/>
              <a:t>协议连接使用。</a:t>
            </a:r>
            <a:endParaRPr lang="zh-CN" altLang="en-US" sz="1400" dirty="0"/>
          </a:p>
          <a:p>
            <a:pPr marL="0" indent="0">
              <a:buNone/>
            </a:pPr>
            <a:endParaRPr lang="zh-CN" altLang="en-US" sz="1400" dirty="0"/>
          </a:p>
          <a:p>
            <a:pPr marL="0" indent="0">
              <a:buNone/>
            </a:pPr>
            <a:r>
              <a:rPr lang="en-US" altLang="zh-CN" sz="1400" dirty="0"/>
              <a:t>SQL</a:t>
            </a:r>
            <a:r>
              <a:rPr lang="zh-CN" altLang="en-US" sz="1400" dirty="0"/>
              <a:t>提交后，底层运行的就是</a:t>
            </a:r>
            <a:r>
              <a:rPr lang="en-US" altLang="zh-CN" sz="1400" dirty="0"/>
              <a:t>Spark</a:t>
            </a:r>
            <a:r>
              <a:rPr lang="zh-CN" altLang="en-US" sz="1400" dirty="0"/>
              <a:t>任务。</a:t>
            </a:r>
            <a:endParaRPr lang="zh-CN" altLang="en-US" sz="1400" dirty="0"/>
          </a:p>
          <a:p>
            <a:pPr marL="0" indent="0">
              <a:buNone/>
            </a:pPr>
            <a:r>
              <a:rPr lang="zh-CN" altLang="en-US" sz="1400" dirty="0"/>
              <a:t>相当于构建了一个以</a:t>
            </a:r>
            <a:r>
              <a:rPr lang="en-US" altLang="zh-CN" sz="1400" dirty="0"/>
              <a:t>MetaStore</a:t>
            </a:r>
            <a:r>
              <a:rPr lang="zh-CN" altLang="en-US" sz="1400" dirty="0"/>
              <a:t>服务为元数据，</a:t>
            </a:r>
            <a:r>
              <a:rPr lang="en-US" altLang="zh-CN" sz="1400" dirty="0"/>
              <a:t>Spark</a:t>
            </a:r>
            <a:r>
              <a:rPr lang="zh-CN" altLang="en-US" sz="1400" dirty="0"/>
              <a:t>为执行引擎的数据库服务，像操作数据库那样方便的操作</a:t>
            </a:r>
            <a:r>
              <a:rPr lang="en-US" altLang="zh-CN" sz="1400" dirty="0"/>
              <a:t>SparkSQL</a:t>
            </a:r>
            <a:r>
              <a:rPr lang="zh-CN" altLang="en-US" sz="1400" dirty="0"/>
              <a:t>进行分布式的</a:t>
            </a:r>
            <a:r>
              <a:rPr lang="en-US" altLang="zh-CN" sz="1400" dirty="0"/>
              <a:t>SQL</a:t>
            </a:r>
            <a:r>
              <a:rPr lang="zh-CN" altLang="en-US" sz="1400" dirty="0"/>
              <a:t>计算。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i"/>
  <p:tag name="KSO_WM_UNIT_INDEX" val="1_1_1"/>
  <p:tag name="KSO_WM_UNIT_ID" val="diagram20174814_4*l_h_i*1_1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a"/>
  <p:tag name="KSO_WM_UNIT_INDEX" val="1_1_1"/>
  <p:tag name="KSO_WM_UNIT_LAYERLEVEL" val="1_1_1"/>
  <p:tag name="KSO_WM_UNIT_VALUE" val="9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74814_4*l_h_a*1_1_1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i"/>
  <p:tag name="KSO_WM_UNIT_INDEX" val="1_2_1"/>
  <p:tag name="KSO_WM_UNIT_ID" val="diagram20174814_4*l_h_i*1_2_1"/>
  <p:tag name="KSO_WM_UNIT_LAYERLEVEL" val="1_1_1"/>
  <p:tag name="KSO_WM_DIAGRAM_GROUP_CODE" val="l1-1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a"/>
  <p:tag name="KSO_WM_UNIT_INDEX" val="1_2_1"/>
  <p:tag name="KSO_WM_UNIT_LAYERLEVEL" val="1_1_1"/>
  <p:tag name="KSO_WM_UNIT_VALUE" val="9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74814_4*l_h_a*1_2_1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i"/>
  <p:tag name="KSO_WM_UNIT_INDEX" val="1_3_1"/>
  <p:tag name="KSO_WM_UNIT_ID" val="diagram20174814_4*l_h_i*1_3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a"/>
  <p:tag name="KSO_WM_UNIT_INDEX" val="1_3_1"/>
  <p:tag name="KSO_WM_UNIT_LAYERLEVEL" val="1_1_1"/>
  <p:tag name="KSO_WM_UNIT_VALUE" val="9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74814_4*l_h_a*1_3_1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i"/>
  <p:tag name="KSO_WM_UNIT_INDEX" val="1_4"/>
  <p:tag name="KSO_WM_UNIT_ID" val="diagram20174814_4*l_i*1_4"/>
  <p:tag name="KSO_WM_UNIT_LAYERLEVEL" val="1_1"/>
  <p:tag name="KSO_WM_DIAGRAM_GROUP_CODE" val="l1-1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i"/>
  <p:tag name="KSO_WM_UNIT_INDEX" val="1_5"/>
  <p:tag name="KSO_WM_UNIT_ID" val="diagram20174814_4*l_i*1_5"/>
  <p:tag name="KSO_WM_UNIT_LAYERLEVEL" val="1_1"/>
  <p:tag name="KSO_WM_DIAGRAM_GROUP_CODE" val="l1-1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g"/>
  <p:tag name="KSO_WM_UNIT_INDEX" val="1_1_1"/>
  <p:tag name="KSO_WM_UNIT_LAYERLEVEL" val="1_1_1"/>
  <p:tag name="KSO_WM_UNIT_VALUE" val="18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l1-1"/>
  <p:tag name="KSO_WM_UNIT_ID" val="diagram20174814_4*l_h_g*1_1_1"/>
  <p:tag name="KSO_WM_UNIT_RELATE_UNITID" val="diagram20174814_4*l_h_f*1_1_1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g"/>
  <p:tag name="KSO_WM_UNIT_INDEX" val="1_2_1"/>
  <p:tag name="KSO_WM_UNIT_LAYERLEVEL" val="1_1_1"/>
  <p:tag name="KSO_WM_UNIT_VALUE" val="18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l1-1"/>
  <p:tag name="KSO_WM_UNIT_ID" val="diagram20174814_4*l_h_g*1_2_1"/>
  <p:tag name="KSO_WM_UNIT_RELATE_UNITID" val="diagram20174814_4*l_h_f*1_2_1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g"/>
  <p:tag name="KSO_WM_UNIT_INDEX" val="1_3_1"/>
  <p:tag name="KSO_WM_UNIT_LAYERLEVEL" val="1_1_1"/>
  <p:tag name="KSO_WM_UNIT_VALUE" val="18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l1-1"/>
  <p:tag name="KSO_WM_UNIT_ID" val="diagram20174814_4*l_h_g*1_3_1"/>
  <p:tag name="KSO_WM_UNIT_RELATE_UNITID" val="diagram20174814_4*l_h_f*1_3_1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i"/>
  <p:tag name="KSO_WM_UNIT_INDEX" val="1_4_1"/>
  <p:tag name="KSO_WM_UNIT_ID" val="diagram20174814_4*l_h_i*1_4_1"/>
  <p:tag name="KSO_WM_UNIT_LAYERLEVEL" val="1_1_1"/>
  <p:tag name="KSO_WM_DIAGRAM_GROUP_CODE" val="l1-1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a"/>
  <p:tag name="KSO_WM_UNIT_INDEX" val="1_4_1"/>
  <p:tag name="KSO_WM_UNIT_LAYERLEVEL" val="1_1_1"/>
  <p:tag name="KSO_WM_UNIT_VALUE" val="9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74814_4*l_h_a*1_4_1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g"/>
  <p:tag name="KSO_WM_UNIT_INDEX" val="1_4_1"/>
  <p:tag name="KSO_WM_UNIT_LAYERLEVEL" val="1_1_1"/>
  <p:tag name="KSO_WM_UNIT_VALUE" val="18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l1-1"/>
  <p:tag name="KSO_WM_UNIT_ID" val="diagram20174814_4*l_h_g*1_4_1"/>
  <p:tag name="KSO_WM_UNIT_RELATE_UNITID" val="diagram20174814_4*l_h_f*1_4_1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i"/>
  <p:tag name="KSO_WM_UNIT_INDEX" val="1_7"/>
  <p:tag name="KSO_WM_UNIT_ID" val="diagram20174814_4*l_i*1_7"/>
  <p:tag name="KSO_WM_UNIT_LAYERLEVEL" val="1_1"/>
  <p:tag name="KSO_WM_DIAGRAM_GROUP_CODE" val="l1-1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f"/>
  <p:tag name="KSO_WM_UNIT_INDEX" val="1_4_1"/>
  <p:tag name="KSO_WM_UNIT_LAYERLEVEL" val="1_1_1"/>
  <p:tag name="KSO_WM_UNIT_VALUE" val="40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l1-1"/>
  <p:tag name="KSO_WM_UNIT_ID" val="diagram20174814_4*l_h_f*1_4_1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f"/>
  <p:tag name="KSO_WM_UNIT_INDEX" val="1_3_1"/>
  <p:tag name="KSO_WM_UNIT_LAYERLEVEL" val="1_1_1"/>
  <p:tag name="KSO_WM_UNIT_VALUE" val="40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l1-1"/>
  <p:tag name="KSO_WM_UNIT_ID" val="diagram20174814_4*l_h_f*1_3_1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f"/>
  <p:tag name="KSO_WM_UNIT_INDEX" val="1_2_1"/>
  <p:tag name="KSO_WM_UNIT_LAYERLEVEL" val="1_1_1"/>
  <p:tag name="KSO_WM_UNIT_VALUE" val="40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l1-1"/>
  <p:tag name="KSO_WM_UNIT_ID" val="diagram20174814_4*l_h_f*1_2_1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4814"/>
  <p:tag name="KSO_WM_UNIT_TYPE" val="l_h_f"/>
  <p:tag name="KSO_WM_UNIT_INDEX" val="1_1_1"/>
  <p:tag name="KSO_WM_UNIT_LAYERLEVEL" val="1_1_1"/>
  <p:tag name="KSO_WM_UNIT_VALUE" val="40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l1-1"/>
  <p:tag name="KSO_WM_UNIT_ID" val="diagram20174814_4*l_h_f*1_1_1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22547</Words>
  <Application>WPS 演示</Application>
  <PresentationFormat>宽屏</PresentationFormat>
  <Paragraphs>1179</Paragraphs>
  <Slides>101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101</vt:i4>
      </vt:variant>
    </vt:vector>
  </HeadingPairs>
  <TitlesOfParts>
    <vt:vector size="131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Sitka Heading</vt:lpstr>
      <vt:lpstr>Adobe 黑体 Std R</vt:lpstr>
      <vt:lpstr>汉仪旗黑-55简</vt:lpstr>
      <vt:lpstr>Calibri Light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19_正文设计方案</vt:lpstr>
      <vt:lpstr>5_结束页设计方案</vt:lpstr>
      <vt:lpstr>1_正文设计方案</vt:lpstr>
      <vt:lpstr>SparkSQL</vt:lpstr>
      <vt:lpstr>PowerPoint 演示文稿</vt:lpstr>
      <vt:lpstr>PowerPoint 演示文稿</vt:lpstr>
      <vt:lpstr>SparkSQL快速入门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SparkSQL 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DataFrame入门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SparkSQL函数定义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SparkSQL的运行流程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Spark On Hive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分布式SQL执行引擎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曹宇[囧]</cp:lastModifiedBy>
  <cp:revision>781</cp:revision>
  <dcterms:created xsi:type="dcterms:W3CDTF">2021-10-15T03:58:00Z</dcterms:created>
  <dcterms:modified xsi:type="dcterms:W3CDTF">2022-01-06T03:34:54Z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2AB3E39C227B42FC85580287C4A8076C</vt:lpwstr>
  </property>
  <property fmtid="{D5CDD505-2E9C-101B-9397-08002B2CF9AE}" pid="3" name="KSOProductBuildVer">
    <vt:lpwstr>2052-11.1.0.11294</vt:lpwstr>
  </property>
</Properties>
</file>