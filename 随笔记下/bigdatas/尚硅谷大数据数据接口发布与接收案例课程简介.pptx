
<file path=[Content_Types].xml><?xml version="1.0" encoding="utf-8"?>
<Types xmlns="http://schemas.openxmlformats.org/package/2006/content-types">
  <Default Extension="jpeg" ContentType="image/jpeg"/>
  <Default Extension="JPG" ContentType="image/.jp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ags/tag1.xml" ContentType="application/vnd.openxmlformats-officedocument.presentationml.tags+xml"/>
  <Override PartName="/ppt/tags/tag10.xml" ContentType="application/vnd.openxmlformats-officedocument.presentationml.tags+xml"/>
  <Override PartName="/ppt/tags/tag2.xml" ContentType="application/vnd.openxmlformats-officedocument.presentationml.tags+xml"/>
  <Override PartName="/ppt/tags/tag3.xml" ContentType="application/vnd.openxmlformats-officedocument.presentationml.tags+xml"/>
  <Override PartName="/ppt/tags/tag4.xml" ContentType="application/vnd.openxmlformats-officedocument.presentationml.tags+xml"/>
  <Override PartName="/ppt/tags/tag5.xml" ContentType="application/vnd.openxmlformats-officedocument.presentationml.tags+xml"/>
  <Override PartName="/ppt/tags/tag6.xml" ContentType="application/vnd.openxmlformats-officedocument.presentationml.tags+xml"/>
  <Override PartName="/ppt/tags/tag7.xml" ContentType="application/vnd.openxmlformats-officedocument.presentationml.tags+xml"/>
  <Override PartName="/ppt/tags/tag8.xml" ContentType="application/vnd.openxmlformats-officedocument.presentationml.tags+xml"/>
  <Override PartName="/ppt/tags/tag9.xml" ContentType="application/vnd.openxmlformats-officedocument.presentationml.tag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theme/themeOverride1.xml" ContentType="application/vnd.openxmlformats-officedocument.themeOverride+xml"/>
  <Override PartName="/ppt/viewProps.xml" ContentType="application/vnd.openxmlformats-officedocument.presentationml.viewProps+xml"/>
</Types>
</file>

<file path=_rels/.rels><?xml version="1.0" encoding="UTF-8" standalone="yes"?>
<Relationships xmlns="http://schemas.openxmlformats.org/package/2006/relationships"><Relationship Id="rId1" Type="http://schemas.openxmlformats.org/officeDocument/2006/relationships/officeDocument" Target="ppt/presentation.xml"/><Relationship Id="rId4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5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removePersonalInfoOnSave="1">
  <p:sldMasterIdLst>
    <p:sldMasterId id="2147483648" r:id="rId1"/>
  </p:sldMasterIdLst>
  <p:notesMasterIdLst>
    <p:notesMasterId r:id="rId4"/>
  </p:notesMasterIdLst>
  <p:handoutMasterIdLst>
    <p:handoutMasterId r:id="rId10"/>
  </p:handoutMasterIdLst>
  <p:sldIdLst>
    <p:sldId id="256" r:id="rId3"/>
    <p:sldId id="352" r:id="rId5"/>
    <p:sldId id="353" r:id="rId6"/>
    <p:sldId id="351" r:id="rId7"/>
    <p:sldId id="354" r:id="rId8"/>
    <p:sldId id="259" r:id="rId9"/>
  </p:sldIdLst>
  <p:sldSz cx="9144000" cy="5143500" type="screen16x9"/>
  <p:notesSz cx="6858000" cy="9144000"/>
  <p:custDataLst>
    <p:tags r:id="rId14"/>
  </p:custDataLst>
  <p:defaultTextStyle>
    <a:defPPr>
      <a:defRPr lang="zh-CN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551" userDrawn="1">
          <p15:clr>
            <a:srgbClr val="A4A3A4"/>
          </p15:clr>
        </p15:guide>
        <p15:guide id="2" pos="2899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FDA007"/>
    <a:srgbClr val="00AF92"/>
    <a:srgbClr val="006450"/>
    <a:srgbClr val="028458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1860" autoAdjust="0"/>
    <p:restoredTop sz="95905" autoAdjust="0"/>
  </p:normalViewPr>
  <p:slideViewPr>
    <p:cSldViewPr snapToGrid="0" showGuides="1">
      <p:cViewPr varScale="1">
        <p:scale>
          <a:sx n="110" d="100"/>
          <a:sy n="110" d="100"/>
        </p:scale>
        <p:origin x="830" y="82"/>
      </p:cViewPr>
      <p:guideLst>
        <p:guide orient="horz" pos="1551"/>
        <p:guide pos="2899"/>
      </p:guideLst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88" d="100"/>
          <a:sy n="88" d="100"/>
        </p:scale>
        <p:origin x="3822" y="72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9" Type="http://schemas.openxmlformats.org/officeDocument/2006/relationships/slide" Target="slides/slide6.xml"/><Relationship Id="rId8" Type="http://schemas.openxmlformats.org/officeDocument/2006/relationships/slide" Target="slides/slide5.xml"/><Relationship Id="rId7" Type="http://schemas.openxmlformats.org/officeDocument/2006/relationships/slide" Target="slides/slide4.xml"/><Relationship Id="rId6" Type="http://schemas.openxmlformats.org/officeDocument/2006/relationships/slide" Target="slides/slide3.xml"/><Relationship Id="rId5" Type="http://schemas.openxmlformats.org/officeDocument/2006/relationships/slide" Target="slides/slide2.xml"/><Relationship Id="rId4" Type="http://schemas.openxmlformats.org/officeDocument/2006/relationships/notesMaster" Target="notesMasters/notesMaster1.xml"/><Relationship Id="rId3" Type="http://schemas.openxmlformats.org/officeDocument/2006/relationships/slide" Target="slides/slide1.xml"/><Relationship Id="rId2" Type="http://schemas.openxmlformats.org/officeDocument/2006/relationships/theme" Target="theme/theme1.xml"/><Relationship Id="rId14" Type="http://schemas.openxmlformats.org/officeDocument/2006/relationships/tags" Target="tags/tag10.xml"/><Relationship Id="rId13" Type="http://schemas.openxmlformats.org/officeDocument/2006/relationships/tableStyles" Target="tableStyles.xml"/><Relationship Id="rId12" Type="http://schemas.openxmlformats.org/officeDocument/2006/relationships/viewProps" Target="viewProps.xml"/><Relationship Id="rId11" Type="http://schemas.openxmlformats.org/officeDocument/2006/relationships/presProps" Target="presProps.xml"/><Relationship Id="rId10" Type="http://schemas.openxmlformats.org/officeDocument/2006/relationships/handoutMaster" Target="handoutMasters/handoutMaster1.xml"/><Relationship Id="rId1" Type="http://schemas.openxmlformats.org/officeDocument/2006/relationships/slideMaster" Target="slideMasters/slideMaster1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786FD99-B1FA-4331-8905-DB39E8B288F7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91AA5662-EE05-40AE-BC81-81279C4CD09E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页眉占位符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3" name="日期占位符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7F25A8C7-CC1A-4A08-9B4B-31F43B054C7F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幻灯片图像占位符 3"/>
          <p:cNvSpPr>
            <a:spLocks noGrp="1" noRot="1" noChangeAspect="1"/>
          </p:cNvSpPr>
          <p:nvPr>
            <p:ph type="sldImg" idx="2"/>
          </p:nvPr>
        </p:nvSpPr>
        <p:spPr>
          <a:xfrm>
            <a:off x="686280" y="1143000"/>
            <a:ext cx="548544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zh-CN" altLang="en-US"/>
          </a:p>
        </p:txBody>
      </p:sp>
      <p:sp>
        <p:nvSpPr>
          <p:cNvPr id="5" name="备注占位符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zh-CN" altLang="en-US"/>
              <a:t>单击此处编辑母版文本样式</a:t>
            </a:r>
            <a:endParaRPr lang="zh-CN" altLang="en-US"/>
          </a:p>
          <a:p>
            <a:pPr lvl="1"/>
            <a:r>
              <a:rPr lang="zh-CN" altLang="en-US"/>
              <a:t>第二级</a:t>
            </a:r>
            <a:endParaRPr lang="zh-CN" altLang="en-US"/>
          </a:p>
          <a:p>
            <a:pPr lvl="2"/>
            <a:r>
              <a:rPr lang="zh-CN" altLang="en-US"/>
              <a:t>第三级</a:t>
            </a:r>
            <a:endParaRPr lang="zh-CN" altLang="en-US"/>
          </a:p>
          <a:p>
            <a:pPr lvl="3"/>
            <a:r>
              <a:rPr lang="zh-CN" altLang="en-US"/>
              <a:t>第四级</a:t>
            </a:r>
            <a:endParaRPr lang="zh-CN" altLang="en-US"/>
          </a:p>
          <a:p>
            <a:pPr lvl="4"/>
            <a:r>
              <a:rPr lang="zh-CN" altLang="en-US"/>
              <a:t>第五级</a:t>
            </a:r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F9E1B693-632D-4080-9CF6-EA28B66DC801}" type="slidenum">
              <a:rPr lang="zh-CN" altLang="en-US" smtClean="0"/>
            </a:fld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notesMaster" Target="../notesMasters/notesMaster1.xml"/><Relationship Id="rId1" Type="http://schemas.openxmlformats.org/officeDocument/2006/relationships/slide" Target="../slides/slide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幻灯片图像占位符 1"/>
          <p:cNvSpPr>
            <a:spLocks noGrp="1" noRot="1" noChangeAspect="1"/>
          </p:cNvSpPr>
          <p:nvPr>
            <p:ph type="sldImg"/>
          </p:nvPr>
        </p:nvSpPr>
        <p:spPr>
          <a:xfrm>
            <a:off x="685800" y="1143000"/>
            <a:ext cx="5486400" cy="3086100"/>
          </a:xfrm>
        </p:spPr>
      </p:sp>
      <p:sp>
        <p:nvSpPr>
          <p:cNvPr id="3" name="备注占位符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L="0" marR="0" lvl="0" indent="0" algn="l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defRPr/>
            </a:pPr>
            <a:endParaRPr lang="zh-CN" altLang="zh-CN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pPr marL="0" marR="0" lvl="0" indent="0" algn="r" defTabSz="914400" eaLnBrk="0" fontAlgn="base" latinLnBrk="0" hangingPunct="0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defRPr/>
            </a:pPr>
            <a:fld id="{39AD698A-D66C-4FA1-BBD8-F72AE9E6E751}" type="slidenum">
              <a:rPr kumimoji="0" lang="zh-CN" altLang="en-US" sz="1200" b="0" i="0" u="none" strike="noStrike" kern="1200" cap="none" spc="0" normalizeH="0" baseline="0" noProof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 pitchFamily="34" charset="0"/>
                <a:ea typeface="微软雅黑" panose="020B0503020204020204" pitchFamily="34" charset="-122"/>
              </a:rPr>
            </a:fld>
            <a:endParaRPr kumimoji="0" lang="zh-CN" altLang="en-US" sz="1200" b="0" i="0" u="none" strike="noStrike" kern="1200" cap="none" spc="0" normalizeH="0" baseline="0" noProof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 pitchFamily="34" charset="0"/>
              <a:ea typeface="微软雅黑" panose="020B0503020204020204" pitchFamily="34" charset="-122"/>
            </a:endParaRPr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标题幻灯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ctrTitle" hasCustomPrompt="1"/>
          </p:nvPr>
        </p:nvSpPr>
        <p:spPr>
          <a:xfrm>
            <a:off x="1143000" y="1390893"/>
            <a:ext cx="6858000" cy="1242039"/>
          </a:xfrm>
        </p:spPr>
        <p:txBody>
          <a:bodyPr anchor="b">
            <a:normAutofit/>
          </a:bodyPr>
          <a:lstStyle>
            <a:lvl1pPr algn="ctr">
              <a:defRPr sz="54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副标题 2"/>
          <p:cNvSpPr>
            <a:spLocks noGrp="1"/>
          </p:cNvSpPr>
          <p:nvPr>
            <p:ph type="subTitle" idx="1"/>
          </p:nvPr>
        </p:nvSpPr>
        <p:spPr>
          <a:xfrm>
            <a:off x="1143000" y="2702001"/>
            <a:ext cx="6858000" cy="1242039"/>
          </a:xfrm>
        </p:spPr>
        <p:txBody>
          <a:bodyPr>
            <a:normAutofit/>
          </a:bodyPr>
          <a:lstStyle>
            <a:lvl1pPr marL="0" indent="0" algn="ctr">
              <a:buNone/>
              <a:defRPr sz="1350"/>
            </a:lvl1pPr>
            <a:lvl2pPr marL="342900" indent="0" algn="ctr">
              <a:buNone/>
              <a:defRPr sz="1500"/>
            </a:lvl2pPr>
            <a:lvl3pPr marL="685800" indent="0" algn="ctr">
              <a:buNone/>
              <a:defRPr sz="1350"/>
            </a:lvl3pPr>
            <a:lvl4pPr marL="1028700" indent="0" algn="ctr">
              <a:buNone/>
              <a:defRPr sz="1200"/>
            </a:lvl4pPr>
            <a:lvl5pPr marL="1371600" indent="0" algn="ctr">
              <a:buNone/>
              <a:defRPr sz="1200"/>
            </a:lvl5pPr>
            <a:lvl6pPr marL="1714500" indent="0" algn="ctr">
              <a:buNone/>
              <a:defRPr sz="1200"/>
            </a:lvl6pPr>
            <a:lvl7pPr marL="2058035" indent="0" algn="ctr">
              <a:buNone/>
              <a:defRPr sz="1200"/>
            </a:lvl7pPr>
            <a:lvl8pPr marL="2400935" indent="0" algn="ctr">
              <a:buNone/>
              <a:defRPr sz="1200"/>
            </a:lvl8pPr>
            <a:lvl9pPr marL="2743835" indent="0" algn="ctr">
              <a:buNone/>
              <a:defRPr sz="1200"/>
            </a:lvl9pPr>
          </a:lstStyle>
          <a:p>
            <a:r>
              <a:rPr lang="zh-CN" altLang="en-US" dirty="0"/>
              <a:t>单击此处编辑母版副标题样式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D997B5FA-0921-464F-AAE1-844C04324D75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565CE74E-AB26-4998-AD42-012C4C1AD076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标题和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92"/>
            <a:ext cx="7886700" cy="994346"/>
          </a:xfrm>
        </p:spPr>
        <p:txBody>
          <a:bodyPr anchor="ctr" anchorCtr="0"/>
          <a:lstStyle/>
          <a:p>
            <a:r>
              <a:rPr lang="zh-CN" altLang="en-US" dirty="0"/>
              <a:t>单击此处编辑母版标题样式</a:t>
            </a:r>
            <a:endParaRPr lang="zh-CN" altLang="en-US" dirty="0"/>
          </a:p>
        </p:txBody>
      </p:sp>
      <p:sp>
        <p:nvSpPr>
          <p:cNvPr id="3" name="内容占位符 2"/>
          <p:cNvSpPr>
            <a:spLocks noGrp="1"/>
          </p:cNvSpPr>
          <p:nvPr>
            <p:ph idx="1"/>
          </p:nvPr>
        </p:nvSpPr>
        <p:spPr>
          <a:xfrm>
            <a:off x="628650" y="1378983"/>
            <a:ext cx="7886700" cy="3264074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350"/>
            </a:lvl4pPr>
            <a:lvl5pPr>
              <a:defRPr sz="1350"/>
            </a:lvl5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节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</a:fld>
            <a:endParaRPr lang="zh-CN" altLang="en-US"/>
          </a:p>
        </p:txBody>
      </p:sp>
      <p:sp>
        <p:nvSpPr>
          <p:cNvPr id="5" name="标题 4"/>
          <p:cNvSpPr>
            <a:spLocks noGrp="1"/>
          </p:cNvSpPr>
          <p:nvPr>
            <p:ph type="title" hasCustomPrompt="1"/>
          </p:nvPr>
        </p:nvSpPr>
        <p:spPr>
          <a:xfrm>
            <a:off x="628650" y="1640869"/>
            <a:ext cx="7886700" cy="1862662"/>
          </a:xfrm>
        </p:spPr>
        <p:txBody>
          <a:bodyPr>
            <a:normAutofit/>
          </a:bodyPr>
          <a:lstStyle>
            <a:lvl1pPr algn="ctr">
              <a:defRPr sz="4500" b="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两栏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8650" y="273892"/>
            <a:ext cx="7886700" cy="994346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内容占位符 2"/>
          <p:cNvSpPr>
            <a:spLocks noGrp="1"/>
          </p:cNvSpPr>
          <p:nvPr>
            <p:ph sz="half" idx="1"/>
          </p:nvPr>
        </p:nvSpPr>
        <p:spPr>
          <a:xfrm>
            <a:off x="628650" y="1369458"/>
            <a:ext cx="3886200" cy="326407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4629150" y="1369458"/>
            <a:ext cx="3886200" cy="3264074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/>
          </p:nvPr>
        </p:nvSpPr>
        <p:spPr>
          <a:xfrm>
            <a:off x="629841" y="273892"/>
            <a:ext cx="7886700" cy="994346"/>
          </a:xfrm>
        </p:spPr>
        <p:txBody>
          <a:bodyPr anchor="ctr" anchorCtr="0"/>
          <a:lstStyle/>
          <a:p>
            <a:r>
              <a:rPr lang="zh-CN" altLang="en-US"/>
              <a:t>单击此处编辑母版标题样式</a:t>
            </a:r>
            <a:endParaRPr lang="zh-CN" altLang="en-US"/>
          </a:p>
        </p:txBody>
      </p:sp>
      <p:sp>
        <p:nvSpPr>
          <p:cNvPr id="3" name="文本占位符 2"/>
          <p:cNvSpPr>
            <a:spLocks noGrp="1"/>
          </p:cNvSpPr>
          <p:nvPr>
            <p:ph type="body" idx="1"/>
          </p:nvPr>
        </p:nvSpPr>
        <p:spPr>
          <a:xfrm>
            <a:off x="629841" y="1308950"/>
            <a:ext cx="3868340" cy="61804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4" name="内容占位符 3"/>
          <p:cNvSpPr>
            <a:spLocks noGrp="1"/>
          </p:cNvSpPr>
          <p:nvPr>
            <p:ph sz="half" idx="2"/>
          </p:nvPr>
        </p:nvSpPr>
        <p:spPr>
          <a:xfrm>
            <a:off x="629841" y="1962050"/>
            <a:ext cx="3868340" cy="268100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5" name="文本占位符 4"/>
          <p:cNvSpPr>
            <a:spLocks noGrp="1"/>
          </p:cNvSpPr>
          <p:nvPr>
            <p:ph type="body" sz="quarter" idx="3"/>
          </p:nvPr>
        </p:nvSpPr>
        <p:spPr>
          <a:xfrm>
            <a:off x="4629150" y="1308950"/>
            <a:ext cx="3887391" cy="61804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8035" indent="0">
              <a:buNone/>
              <a:defRPr sz="1200" b="1"/>
            </a:lvl7pPr>
            <a:lvl8pPr marL="2400935" indent="0">
              <a:buNone/>
              <a:defRPr sz="1200" b="1"/>
            </a:lvl8pPr>
            <a:lvl9pPr marL="2743835" indent="0">
              <a:buNone/>
              <a:defRPr sz="1200" b="1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6" name="内容占位符 5"/>
          <p:cNvSpPr>
            <a:spLocks noGrp="1"/>
          </p:cNvSpPr>
          <p:nvPr>
            <p:ph sz="quarter" idx="4"/>
          </p:nvPr>
        </p:nvSpPr>
        <p:spPr>
          <a:xfrm>
            <a:off x="4629150" y="1962050"/>
            <a:ext cx="3887391" cy="2681009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7" name="日期占位符 6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8" name="页脚占位符 7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9" name="灯片编号占位符 8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仅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2428875" y="1619533"/>
            <a:ext cx="4286250" cy="1037019"/>
          </a:xfrm>
        </p:spPr>
        <p:txBody>
          <a:bodyPr anchor="b" anchorCtr="0">
            <a:normAutofit/>
          </a:bodyPr>
          <a:lstStyle>
            <a:lvl1pPr algn="ctr">
              <a:defRPr sz="6000" b="0">
                <a:solidFill>
                  <a:schemeClr val="tx1"/>
                </a:solidFill>
              </a:defRPr>
            </a:lvl1pPr>
          </a:lstStyle>
          <a:p>
            <a:r>
              <a:rPr lang="zh-CN" altLang="en-US" dirty="0"/>
              <a:t>编辑标题</a:t>
            </a:r>
            <a:endParaRPr lang="zh-CN" altLang="en-US" dirty="0"/>
          </a:p>
        </p:txBody>
      </p:sp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20DD7636-5BE1-44BC-BB5F-15739D9E18E1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E87C0E1D-24C4-406F-9615-DBDA8D2D1F93}" type="slidenum">
              <a:rPr lang="zh-CN" altLang="en-US" smtClean="0"/>
            </a:fld>
            <a:endParaRPr lang="zh-CN" altLang="en-US"/>
          </a:p>
        </p:txBody>
      </p:sp>
      <p:sp>
        <p:nvSpPr>
          <p:cNvPr id="37" name="内容占位符 36"/>
          <p:cNvSpPr>
            <a:spLocks noGrp="1"/>
          </p:cNvSpPr>
          <p:nvPr>
            <p:ph sz="quarter" idx="13" hasCustomPrompt="1"/>
          </p:nvPr>
        </p:nvSpPr>
        <p:spPr>
          <a:xfrm>
            <a:off x="2428875" y="2800391"/>
            <a:ext cx="4286250" cy="889608"/>
          </a:xfrm>
        </p:spPr>
        <p:txBody>
          <a:bodyPr>
            <a:normAutofit/>
          </a:bodyPr>
          <a:lstStyle>
            <a:lvl1pPr marL="0" indent="0" algn="ctr">
              <a:buNone/>
              <a:defRPr sz="2400">
                <a:solidFill>
                  <a:schemeClr val="tx1"/>
                </a:solidFill>
              </a:defRPr>
            </a:lvl1pPr>
          </a:lstStyle>
          <a:p>
            <a:pPr lvl="0"/>
            <a:r>
              <a:rPr lang="zh-CN" altLang="en-US" dirty="0"/>
              <a:t>编辑文本</a:t>
            </a:r>
            <a:endParaRPr lang="zh-CN" altLang="en-US" dirty="0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占位符 1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3" name="页脚占位符 2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4" name="灯片编号占位符 3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图片与标题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标题 1"/>
          <p:cNvSpPr>
            <a:spLocks noGrp="1"/>
          </p:cNvSpPr>
          <p:nvPr>
            <p:ph type="title" hasCustomPrompt="1"/>
          </p:nvPr>
        </p:nvSpPr>
        <p:spPr>
          <a:xfrm>
            <a:off x="628650" y="535348"/>
            <a:ext cx="3511241" cy="1071308"/>
          </a:xfrm>
        </p:spPr>
        <p:txBody>
          <a:bodyPr anchor="t" anchorCtr="0">
            <a:normAutofit/>
          </a:bodyPr>
          <a:lstStyle>
            <a:lvl1pPr>
              <a:defRPr sz="27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图片占位符 2"/>
          <p:cNvSpPr>
            <a:spLocks noGrp="1" noChangeAspect="1"/>
          </p:cNvSpPr>
          <p:nvPr>
            <p:ph type="pic" idx="1"/>
          </p:nvPr>
        </p:nvSpPr>
        <p:spPr>
          <a:xfrm>
            <a:off x="4231888" y="535348"/>
            <a:ext cx="4283912" cy="4053409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8035" indent="0">
              <a:buNone/>
              <a:defRPr sz="1500"/>
            </a:lvl7pPr>
            <a:lvl8pPr marL="2400935" indent="0">
              <a:buNone/>
              <a:defRPr sz="1500"/>
            </a:lvl8pPr>
            <a:lvl9pPr marL="2743835" indent="0">
              <a:buNone/>
              <a:defRPr sz="1500"/>
            </a:lvl9pPr>
          </a:lstStyle>
          <a:p>
            <a:endParaRPr lang="zh-CN" altLang="en-US" dirty="0"/>
          </a:p>
        </p:txBody>
      </p:sp>
      <p:sp>
        <p:nvSpPr>
          <p:cNvPr id="4" name="文本占位符 3"/>
          <p:cNvSpPr>
            <a:spLocks noGrp="1"/>
          </p:cNvSpPr>
          <p:nvPr>
            <p:ph type="body" sz="half" idx="2"/>
          </p:nvPr>
        </p:nvSpPr>
        <p:spPr>
          <a:xfrm>
            <a:off x="628650" y="1735708"/>
            <a:ext cx="3511241" cy="2859191"/>
          </a:xfrm>
        </p:spPr>
        <p:txBody>
          <a:bodyPr>
            <a:normAutofit/>
          </a:bodyPr>
          <a:lstStyle>
            <a:lvl1pPr marL="0" indent="0">
              <a:buNone/>
              <a:defRPr sz="1350"/>
            </a:lvl1pPr>
            <a:lvl2pPr marL="342900" indent="0">
              <a:buNone/>
              <a:defRPr sz="1050"/>
            </a:lvl2pPr>
            <a:lvl3pPr marL="685800" indent="0">
              <a:buNone/>
              <a:defRPr sz="900"/>
            </a:lvl3pPr>
            <a:lvl4pPr marL="1028700" indent="0">
              <a:buNone/>
              <a:defRPr sz="750"/>
            </a:lvl4pPr>
            <a:lvl5pPr marL="1371600" indent="0">
              <a:buNone/>
              <a:defRPr sz="750"/>
            </a:lvl5pPr>
            <a:lvl6pPr marL="1714500" indent="0">
              <a:buNone/>
              <a:defRPr sz="750"/>
            </a:lvl6pPr>
            <a:lvl7pPr marL="2058035" indent="0">
              <a:buNone/>
              <a:defRPr sz="750"/>
            </a:lvl7pPr>
            <a:lvl8pPr marL="2400935" indent="0">
              <a:buNone/>
              <a:defRPr sz="750"/>
            </a:lvl8pPr>
            <a:lvl9pPr marL="2743835" indent="0">
              <a:buNone/>
              <a:defRPr sz="750"/>
            </a:lvl9pPr>
          </a:lstStyle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</p:txBody>
      </p:sp>
      <p:sp>
        <p:nvSpPr>
          <p:cNvPr id="5" name="日期占位符 4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9EFD9D74-47D9-4702-A33C-335B63B48DBF}" type="datetimeFigureOut">
              <a:rPr lang="zh-CN" altLang="en-US" smtClean="0"/>
            </a:fld>
            <a:endParaRPr lang="zh-CN" altLang="en-US" dirty="0"/>
          </a:p>
        </p:txBody>
      </p:sp>
      <p:sp>
        <p:nvSpPr>
          <p:cNvPr id="6" name="页脚占位符 5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 dirty="0"/>
          </a:p>
        </p:txBody>
      </p:sp>
      <p:sp>
        <p:nvSpPr>
          <p:cNvPr id="7" name="灯片编号占位符 6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FABC47A4-756D-490B-A52F-7D9E2C9FC05F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竖排标题与文本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竖排标题 1"/>
          <p:cNvSpPr>
            <a:spLocks noGrp="1"/>
          </p:cNvSpPr>
          <p:nvPr>
            <p:ph type="title" orient="vert" hasCustomPrompt="1"/>
          </p:nvPr>
        </p:nvSpPr>
        <p:spPr>
          <a:xfrm>
            <a:off x="7833674" y="273892"/>
            <a:ext cx="681676" cy="4359641"/>
          </a:xfrm>
        </p:spPr>
        <p:txBody>
          <a:bodyPr vert="eaVert">
            <a:normAutofit/>
          </a:bodyPr>
          <a:lstStyle>
            <a:lvl1pPr>
              <a:defRPr sz="3300"/>
            </a:lvl1pPr>
          </a:lstStyle>
          <a:p>
            <a:r>
              <a:rPr lang="zh-CN" altLang="en-US" dirty="0"/>
              <a:t>单击此处编辑标题</a:t>
            </a:r>
            <a:endParaRPr lang="zh-CN" altLang="en-US" dirty="0"/>
          </a:p>
        </p:txBody>
      </p:sp>
      <p:sp>
        <p:nvSpPr>
          <p:cNvPr id="3" name="竖排文字占位符 2"/>
          <p:cNvSpPr>
            <a:spLocks noGrp="1"/>
          </p:cNvSpPr>
          <p:nvPr>
            <p:ph type="body" orient="vert" idx="1"/>
          </p:nvPr>
        </p:nvSpPr>
        <p:spPr>
          <a:xfrm>
            <a:off x="628649" y="273892"/>
            <a:ext cx="7084832" cy="4359641"/>
          </a:xfrm>
        </p:spPr>
        <p:txBody>
          <a:bodyPr vert="eaVert"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  <p:sp>
        <p:nvSpPr>
          <p:cNvPr id="4" name="日期占位符 3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5" name="页脚占位符 4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6" name="灯片编号占位符 5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内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日期占位符 2"/>
          <p:cNvSpPr>
            <a:spLocks noGrp="1"/>
          </p:cNvSpPr>
          <p:nvPr>
            <p:ph type="dt" sz="half" idx="10"/>
          </p:nvPr>
        </p:nvSpPr>
        <p:spPr>
          <a:xfrm>
            <a:off x="628650" y="4768096"/>
            <a:ext cx="2057400" cy="273892"/>
          </a:xfrm>
        </p:spPr>
        <p:txBody>
          <a:bodyPr/>
          <a:lstStyle/>
          <a:p>
            <a:fld id="{760FBDFE-C587-4B4C-A407-44438C67B59E}" type="datetimeFigureOut">
              <a:rPr lang="zh-CN" altLang="en-US" smtClean="0"/>
            </a:fld>
            <a:endParaRPr lang="zh-CN" altLang="en-US"/>
          </a:p>
        </p:txBody>
      </p:sp>
      <p:sp>
        <p:nvSpPr>
          <p:cNvPr id="4" name="页脚占位符 3"/>
          <p:cNvSpPr>
            <a:spLocks noGrp="1"/>
          </p:cNvSpPr>
          <p:nvPr>
            <p:ph type="ftr" sz="quarter" idx="11"/>
          </p:nvPr>
        </p:nvSpPr>
        <p:spPr>
          <a:xfrm>
            <a:off x="3028950" y="4768096"/>
            <a:ext cx="3086100" cy="273892"/>
          </a:xfrm>
        </p:spPr>
        <p:txBody>
          <a:bodyPr/>
          <a:lstStyle/>
          <a:p>
            <a:endParaRPr lang="zh-CN" altLang="en-US"/>
          </a:p>
        </p:txBody>
      </p:sp>
      <p:sp>
        <p:nvSpPr>
          <p:cNvPr id="5" name="灯片编号占位符 4"/>
          <p:cNvSpPr>
            <a:spLocks noGrp="1"/>
          </p:cNvSpPr>
          <p:nvPr>
            <p:ph type="sldNum" sz="quarter" idx="12"/>
          </p:nvPr>
        </p:nvSpPr>
        <p:spPr>
          <a:xfrm>
            <a:off x="6467475" y="4787146"/>
            <a:ext cx="2057400" cy="273892"/>
          </a:xfrm>
        </p:spPr>
        <p:txBody>
          <a:bodyPr/>
          <a:lstStyle/>
          <a:p>
            <a:fld id="{49AE70B2-8BF9-45C0-BB95-33D1B9D3A854}" type="slidenum">
              <a:rPr lang="zh-CN" altLang="en-US" smtClean="0"/>
            </a:fld>
            <a:endParaRPr lang="zh-CN" altLang="en-US"/>
          </a:p>
        </p:txBody>
      </p:sp>
      <p:sp>
        <p:nvSpPr>
          <p:cNvPr id="7" name="内容占位符 6"/>
          <p:cNvSpPr>
            <a:spLocks noGrp="1"/>
          </p:cNvSpPr>
          <p:nvPr>
            <p:ph sz="quarter" idx="13"/>
          </p:nvPr>
        </p:nvSpPr>
        <p:spPr>
          <a:xfrm>
            <a:off x="628650" y="413730"/>
            <a:ext cx="7886700" cy="4169958"/>
          </a:xfrm>
        </p:spPr>
        <p:txBody>
          <a:bodyPr/>
          <a:lstStyle/>
          <a:p>
            <a:pPr lvl="0"/>
            <a:r>
              <a:rPr lang="zh-CN" altLang="en-US" dirty="0"/>
              <a:t>单击此处编辑母版文本样式</a:t>
            </a:r>
            <a:endParaRPr lang="zh-CN" altLang="en-US" dirty="0"/>
          </a:p>
          <a:p>
            <a:pPr lvl="1"/>
            <a:r>
              <a:rPr lang="zh-CN" altLang="en-US" dirty="0"/>
              <a:t>第二级</a:t>
            </a:r>
            <a:endParaRPr lang="zh-CN" altLang="en-US" dirty="0"/>
          </a:p>
          <a:p>
            <a:pPr lvl="2"/>
            <a:r>
              <a:rPr lang="zh-CN" altLang="en-US" dirty="0"/>
              <a:t>第三级</a:t>
            </a:r>
            <a:endParaRPr lang="zh-CN" altLang="en-US" dirty="0"/>
          </a:p>
          <a:p>
            <a:pPr lvl="3"/>
            <a:r>
              <a:rPr lang="zh-CN" altLang="en-US" dirty="0"/>
              <a:t>第四级</a:t>
            </a:r>
            <a:endParaRPr lang="zh-CN" altLang="en-US" dirty="0"/>
          </a:p>
          <a:p>
            <a:pPr lvl="4"/>
            <a:r>
              <a:rPr lang="zh-CN" altLang="en-US" dirty="0"/>
              <a:t>第五级</a:t>
            </a:r>
            <a:endParaRPr lang="zh-CN" altLang="en-US" dirty="0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9" Type="http://schemas.openxmlformats.org/officeDocument/2006/relationships/slideLayout" Target="../slideLayouts/slideLayout9.xml"/><Relationship Id="rId8" Type="http://schemas.openxmlformats.org/officeDocument/2006/relationships/slideLayout" Target="../slideLayouts/slideLayout8.xml"/><Relationship Id="rId7" Type="http://schemas.openxmlformats.org/officeDocument/2006/relationships/slideLayout" Target="../slideLayouts/slideLayout7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3" Type="http://schemas.openxmlformats.org/officeDocument/2006/relationships/theme" Target="../theme/theme1.xml"/><Relationship Id="rId12" Type="http://schemas.openxmlformats.org/officeDocument/2006/relationships/tags" Target="../tags/tag1.xml"/><Relationship Id="rId11" Type="http://schemas.openxmlformats.org/officeDocument/2006/relationships/image" Target="../media/image1.jpeg"/><Relationship Id="rId10" Type="http://schemas.openxmlformats.org/officeDocument/2006/relationships/slideLayout" Target="../slideLayouts/slideLayout10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 preserve="1">
  <p:cSld>
    <p:bg>
      <p:bgPr>
        <a:blipFill dpi="0" rotWithShape="1">
          <a:blip r:embed="rId1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SO_TEMPLATE" hidden="1"/>
          <p:cNvSpPr/>
          <p:nvPr userDrawn="1">
            <p:custDataLst>
              <p:tags r:id="rId12"/>
            </p:custDataLst>
          </p:nvPr>
        </p:nvSpPr>
        <p:spPr>
          <a:xfrm>
            <a:off x="0" y="0"/>
            <a:ext cx="0" cy="0"/>
          </a:xfrm>
          <a:prstGeom prst="rect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zh-CN" alt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</p:sldLayoutIdLst>
  <p:txStyles>
    <p:titleStyle>
      <a:lvl1pPr algn="l" defTabSz="685800" rtl="0" eaLnBrk="1" latinLnBrk="0" hangingPunct="1">
        <a:lnSpc>
          <a:spcPct val="90000"/>
        </a:lnSpc>
        <a:spcBef>
          <a:spcPct val="0"/>
        </a:spcBef>
        <a:buNone/>
        <a:defRPr sz="33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171450" indent="-171450" algn="l" defTabSz="685800" rtl="0" eaLnBrk="1" latinLnBrk="0" hangingPunct="1">
        <a:lnSpc>
          <a:spcPct val="90000"/>
        </a:lnSpc>
        <a:spcBef>
          <a:spcPts val="75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5143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500" kern="1200">
          <a:solidFill>
            <a:schemeClr val="tx1"/>
          </a:solidFill>
          <a:latin typeface="+mn-lt"/>
          <a:ea typeface="+mn-ea"/>
          <a:cs typeface="+mn-cs"/>
        </a:defRPr>
      </a:lvl2pPr>
      <a:lvl3pPr marL="8572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2001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543050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8865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2294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5723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915285" indent="-171450" algn="l" defTabSz="685800" rtl="0" eaLnBrk="1" latinLnBrk="0" hangingPunct="1">
        <a:lnSpc>
          <a:spcPct val="90000"/>
        </a:lnSpc>
        <a:spcBef>
          <a:spcPts val="375"/>
        </a:spcBef>
        <a:buFont typeface="Arial" panose="020B0604020202020204" pitchFamily="34" charset="0"/>
        <a:buChar char="•"/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CN"/>
      </a:defPPr>
      <a:lvl1pPr marL="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1pPr>
      <a:lvl2pPr marL="3429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2pPr>
      <a:lvl3pPr marL="6858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3pPr>
      <a:lvl4pPr marL="10287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5pPr>
      <a:lvl6pPr marL="1714500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6pPr>
      <a:lvl7pPr marL="20580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7pPr>
      <a:lvl8pPr marL="24009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8pPr>
      <a:lvl9pPr marL="2743835" algn="l" defTabSz="685800" rtl="0" eaLnBrk="1" latinLnBrk="0" hangingPunct="1">
        <a:defRPr sz="135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5" Type="http://schemas.openxmlformats.org/officeDocument/2006/relationships/notesSlide" Target="../notesSlides/notesSlide1.xml"/><Relationship Id="rId4" Type="http://schemas.openxmlformats.org/officeDocument/2006/relationships/slideLayout" Target="../slideLayouts/slideLayout1.xml"/><Relationship Id="rId3" Type="http://schemas.openxmlformats.org/officeDocument/2006/relationships/themeOverride" Target="../theme/themeOverride1.xml"/><Relationship Id="rId2" Type="http://schemas.openxmlformats.org/officeDocument/2006/relationships/tags" Target="../tags/tag2.xml"/><Relationship Id="rId1" Type="http://schemas.openxmlformats.org/officeDocument/2006/relationships/image" Target="../media/image2.jpeg"/></Relationships>
</file>

<file path=ppt/slides/_rels/slide2.xml.rels><?xml version="1.0" encoding="UTF-8" standalone="yes"?>
<Relationships xmlns="http://schemas.openxmlformats.org/package/2006/relationships"><Relationship Id="rId4" Type="http://schemas.openxmlformats.org/officeDocument/2006/relationships/slideLayout" Target="../slideLayouts/slideLayout2.xml"/><Relationship Id="rId3" Type="http://schemas.openxmlformats.org/officeDocument/2006/relationships/tags" Target="../tags/tag5.xml"/><Relationship Id="rId2" Type="http://schemas.openxmlformats.org/officeDocument/2006/relationships/tags" Target="../tags/tag4.xml"/><Relationship Id="rId1" Type="http://schemas.openxmlformats.org/officeDocument/2006/relationships/tags" Target="../tags/tag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6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slideLayout" Target="../slideLayouts/slideLayout2.xml"/><Relationship Id="rId1" Type="http://schemas.openxmlformats.org/officeDocument/2006/relationships/tags" Target="../tags/tag8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2.xml"/><Relationship Id="rId2" Type="http://schemas.openxmlformats.org/officeDocument/2006/relationships/tags" Target="../tags/tag9.xml"/><Relationship Id="rId1" Type="http://schemas.openxmlformats.org/officeDocument/2006/relationships/image" Target="../media/image2.jpe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矩形 6"/>
          <p:cNvSpPr/>
          <p:nvPr/>
        </p:nvSpPr>
        <p:spPr>
          <a:xfrm>
            <a:off x="2304047" y="1498600"/>
            <a:ext cx="6695574" cy="1322070"/>
          </a:xfrm>
          <a:prstGeom prst="rect">
            <a:avLst/>
          </a:prstGeom>
          <a:noFill/>
          <a:ln>
            <a:noFill/>
          </a:ln>
        </p:spPr>
        <p:txBody>
          <a:bodyPr wrap="square" rtlCol="0" anchor="t">
            <a:spAutoFit/>
          </a:bodyPr>
          <a:lstStyle/>
          <a:p>
            <a:pPr algn="ctr"/>
            <a:r>
              <a:rPr lang="zh-CN" altLang="zh-CN" sz="4000" b="1" dirty="0">
                <a:solidFill>
                  <a:srgbClr val="0064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尚硅谷大数据数据接口发布与接收</a:t>
            </a:r>
            <a:r>
              <a:rPr lang="zh-CN" altLang="zh-CN" sz="4000" b="1" dirty="0">
                <a:solidFill>
                  <a:srgbClr val="00645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案例</a:t>
            </a:r>
            <a:endParaRPr lang="zh-CN" altLang="zh-CN" sz="4000" b="1" dirty="0">
              <a:solidFill>
                <a:srgbClr val="00645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2"/>
    </p:custData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753969" y="0"/>
            <a:ext cx="1706880" cy="39878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一、课程内容</a:t>
            </a:r>
            <a:endParaRPr lang="zh-CN" altLang="en-US" sz="20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矩形 12"/>
          <p:cNvSpPr/>
          <p:nvPr>
            <p:custDataLst>
              <p:tags r:id="rId1"/>
            </p:custDataLst>
          </p:nvPr>
        </p:nvSpPr>
        <p:spPr>
          <a:xfrm>
            <a:off x="381639" y="798367"/>
            <a:ext cx="6425565" cy="521970"/>
          </a:xfrm>
          <a:prstGeom prst="rect">
            <a:avLst/>
          </a:prstGeom>
        </p:spPr>
        <p:txBody>
          <a:bodyPr wrap="none">
            <a:spAutoFit/>
          </a:bodyPr>
          <a:p>
            <a:pPr algn="ctr"/>
            <a:r>
              <a:rPr lang="en-US" altLang="zh-CN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主流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大数据工作环境的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数据接口发布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448314" y="2853862"/>
            <a:ext cx="6781165" cy="521970"/>
          </a:xfrm>
          <a:prstGeom prst="rect">
            <a:avLst/>
          </a:prstGeom>
        </p:spPr>
        <p:txBody>
          <a:bodyPr wrap="none">
            <a:spAutoFit/>
          </a:bodyPr>
          <a:p>
            <a:pPr algn="ctr"/>
            <a:r>
              <a:rPr lang="en-US" altLang="zh-CN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、以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日志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数据为例的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数据接口接收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，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转储</a:t>
            </a:r>
            <a:endParaRPr lang="zh-CN" altLang="en-US" sz="2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矩形 3"/>
          <p:cNvSpPr/>
          <p:nvPr>
            <p:custDataLst>
              <p:tags r:id="rId2"/>
            </p:custDataLst>
          </p:nvPr>
        </p:nvSpPr>
        <p:spPr>
          <a:xfrm>
            <a:off x="448314" y="1788967"/>
            <a:ext cx="4984115" cy="521970"/>
          </a:xfrm>
          <a:prstGeom prst="rect">
            <a:avLst/>
          </a:prstGeom>
        </p:spPr>
        <p:txBody>
          <a:bodyPr wrap="none">
            <a:spAutoFit/>
          </a:bodyPr>
          <a:p>
            <a:pPr algn="ctr"/>
            <a:r>
              <a:rPr lang="en-US" altLang="zh-CN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、实时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BI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看板的数据接口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对接</a:t>
            </a:r>
            <a:endParaRPr lang="zh-CN" altLang="en-US" sz="2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3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4" grpId="0"/>
      <p:bldP spid="3" grpId="0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" name="矩形 16"/>
          <p:cNvSpPr/>
          <p:nvPr/>
        </p:nvSpPr>
        <p:spPr>
          <a:xfrm>
            <a:off x="478903" y="0"/>
            <a:ext cx="1744388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二、课程特色</a:t>
            </a:r>
            <a:endParaRPr lang="zh-CN" altLang="en-US" sz="20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3" name="矩形 12"/>
          <p:cNvSpPr/>
          <p:nvPr/>
        </p:nvSpPr>
        <p:spPr>
          <a:xfrm>
            <a:off x="-3015294" y="612312"/>
            <a:ext cx="10704830" cy="9531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1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、面向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小白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群体。</a:t>
            </a:r>
            <a:endParaRPr lang="zh-CN" altLang="en-US" sz="2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algn="ctr"/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</a:t>
            </a:r>
            <a:r>
              <a:rPr lang="en-US" altLang="zh-CN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                       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掌握</a:t>
            </a:r>
            <a:r>
              <a:rPr lang="en-US" altLang="zh-CN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JDBC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和主流数据库使用即可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上手。</a:t>
            </a:r>
            <a:endParaRPr lang="zh-CN" altLang="en-US" sz="2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65809" y="3261972"/>
            <a:ext cx="642556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3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、覆盖</a:t>
            </a:r>
            <a:r>
              <a:rPr lang="zh-CN" altLang="en-US" sz="2800" dirty="0">
                <a:gradFill>
                  <a:gsLst>
                    <a:gs pos="0">
                      <a:srgbClr val="FE4444"/>
                    </a:gs>
                    <a:gs pos="100000">
                      <a:srgbClr val="832B2B"/>
                    </a:gs>
                  </a:gsLst>
                  <a:lin scaled="0"/>
                </a:gra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主流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大数据工作环境，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学以致用</a:t>
            </a:r>
            <a:endParaRPr lang="zh-CN" altLang="en-US" sz="2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5" name="矩形 14"/>
          <p:cNvSpPr/>
          <p:nvPr/>
        </p:nvSpPr>
        <p:spPr>
          <a:xfrm>
            <a:off x="766004" y="2029217"/>
            <a:ext cx="6069965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en-US" altLang="zh-CN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2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、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干货</a:t>
            </a:r>
            <a:r>
              <a:rPr lang="zh-CN" altLang="en-US" sz="2800" dirty="0">
                <a:solidFill>
                  <a:schemeClr val="tx1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满满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。无废话，全程输出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猛干</a:t>
            </a:r>
            <a:endParaRPr lang="zh-CN" altLang="en-US" sz="2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3" grpId="0"/>
      <p:bldP spid="12" grpId="0"/>
      <p:bldP spid="15" grpId="0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419879" y="10035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三、资料获取方式</a:t>
            </a:r>
            <a:endParaRPr lang="zh-CN" altLang="en-US" sz="20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0" name="矩形 9"/>
          <p:cNvSpPr/>
          <p:nvPr/>
        </p:nvSpPr>
        <p:spPr>
          <a:xfrm>
            <a:off x="618692" y="1130880"/>
            <a:ext cx="698246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关注尚硅谷教育公众号：回复   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数据接口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1" name="矩形 10"/>
          <p:cNvSpPr/>
          <p:nvPr/>
        </p:nvSpPr>
        <p:spPr>
          <a:xfrm>
            <a:off x="765095" y="2143887"/>
            <a:ext cx="4596130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老学员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谷粒学院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免费观看</a:t>
            </a:r>
            <a:endParaRPr lang="zh-CN" altLang="en-US" sz="2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12" name="矩形 11"/>
          <p:cNvSpPr/>
          <p:nvPr/>
        </p:nvSpPr>
        <p:spPr>
          <a:xfrm>
            <a:off x="765095" y="3156893"/>
            <a:ext cx="2680542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B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站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免费观看</a:t>
            </a:r>
            <a:endParaRPr lang="zh-CN" altLang="en-US" sz="2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0" grpId="0"/>
      <p:bldP spid="11" grpId="0"/>
      <p:bldP spid="12" grpId="0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" name="矩形 19"/>
          <p:cNvSpPr/>
          <p:nvPr/>
        </p:nvSpPr>
        <p:spPr>
          <a:xfrm>
            <a:off x="419882" y="10035"/>
            <a:ext cx="2236510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algn="ctr"/>
            <a:r>
              <a:rPr lang="zh-CN" altLang="en-US" sz="20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四、技术基础要求</a:t>
            </a:r>
            <a:endParaRPr lang="zh-CN" altLang="en-US" sz="20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3" name="矩形 2"/>
          <p:cNvSpPr/>
          <p:nvPr/>
        </p:nvSpPr>
        <p:spPr>
          <a:xfrm>
            <a:off x="958229" y="925082"/>
            <a:ext cx="2279650" cy="52197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熟悉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JDBC</a:t>
            </a:r>
            <a:endParaRPr lang="en-US" altLang="zh-CN" sz="28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4" name="矩形 3"/>
          <p:cNvSpPr/>
          <p:nvPr/>
        </p:nvSpPr>
        <p:spPr>
          <a:xfrm>
            <a:off x="910421" y="3378145"/>
            <a:ext cx="3501278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熟悉</a:t>
            </a:r>
            <a:r>
              <a:rPr lang="en-US" altLang="zh-CN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Idea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开发工具</a:t>
            </a:r>
            <a:endParaRPr lang="zh-CN" altLang="en-US" sz="2800" dirty="0">
              <a:solidFill>
                <a:srgbClr val="FF0000"/>
              </a:solidFill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  <p:sp>
        <p:nvSpPr>
          <p:cNvPr id="5" name="矩形 4"/>
          <p:cNvSpPr/>
          <p:nvPr/>
        </p:nvSpPr>
        <p:spPr>
          <a:xfrm>
            <a:off x="-637624" y="2041441"/>
            <a:ext cx="8345170" cy="95313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457200" indent="-457200" algn="ctr">
              <a:buFont typeface="Arial" panose="020B0604020202020204" pitchFamily="34" charset="0"/>
              <a:buChar char="•"/>
            </a:pP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可以使用大数据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主流</a:t>
            </a:r>
            <a:r>
              <a:rPr lang="zh-CN" altLang="en-US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的</a:t>
            </a:r>
            <a:r>
              <a:rPr lang="zh-CN" altLang="en-US" sz="2800" dirty="0">
                <a:solidFill>
                  <a:srgbClr val="FF0000"/>
                </a:solidFill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数据库</a:t>
            </a:r>
            <a:endParaRPr lang="zh-CN" altLang="en-US" sz="2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  <a:p>
            <a:pPr indent="0" algn="ctr">
              <a:buFont typeface="Arial" panose="020B0604020202020204" pitchFamily="34" charset="0"/>
              <a:buNone/>
            </a:pPr>
            <a:r>
              <a:rPr lang="en-US" altLang="zh-CN" sz="2800" dirty="0">
                <a:effectLst>
                  <a:outerShdw blurRad="38100" dist="19050" dir="2700000" algn="tl" rotWithShape="0">
                    <a:schemeClr val="dk1">
                      <a:alpha val="40000"/>
                    </a:schemeClr>
                  </a:outerShdw>
                </a:effectLst>
              </a:rPr>
              <a:t>                   (mysql,redis,es,clickhouse,hbase,kafka)</a:t>
            </a:r>
            <a:endParaRPr lang="zh-CN" altLang="en-US" sz="2800" dirty="0">
              <a:effectLst>
                <a:outerShdw blurRad="38100" dist="19050" dir="2700000" algn="tl" rotWithShape="0">
                  <a:schemeClr val="dk1">
                    <a:alpha val="40000"/>
                  </a:schemeClr>
                </a:outerShdw>
              </a:effectLst>
            </a:endParaRPr>
          </a:p>
        </p:txBody>
      </p:sp>
    </p:spTree>
    <p:custDataLst>
      <p:tags r:id="rId1"/>
    </p:custDataLst>
  </p:cSld>
  <p:clrMapOvr>
    <a:masterClrMapping/>
  </p:clrMapOvr>
  <p:transition spd="slow">
    <p:push dir="u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22" presetClass="entr" presetSubtype="4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wipe(down)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 dpi="0" rotWithShape="1">
          <a:blip r:embed="rId1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矩形 1"/>
          <p:cNvSpPr/>
          <p:nvPr/>
        </p:nvSpPr>
        <p:spPr>
          <a:xfrm>
            <a:off x="3877864" y="1851668"/>
            <a:ext cx="2938780" cy="922020"/>
          </a:xfrm>
          <a:prstGeom prst="rect">
            <a:avLst/>
          </a:prstGeom>
          <a:noFill/>
        </p:spPr>
        <p:txBody>
          <a:bodyPr wrap="none" lIns="91440" tIns="45720" rIns="91440" bIns="45720">
            <a:spAutoFit/>
          </a:bodyPr>
          <a:lstStyle/>
          <a:p>
            <a:pPr algn="ctr"/>
            <a:r>
              <a:rPr lang="zh-CN" alt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准备</a:t>
            </a:r>
            <a:r>
              <a:rPr lang="zh-CN" altLang="en-US" sz="5400" b="1" cap="none" spc="0" dirty="0">
                <a:ln w="12700" cmpd="sng">
                  <a:solidFill>
                    <a:schemeClr val="accent4"/>
                  </a:solidFill>
                  <a:prstDash val="solid"/>
                </a:ln>
                <a:gradFill>
                  <a:gsLst>
                    <a:gs pos="0">
                      <a:schemeClr val="accent4"/>
                    </a:gs>
                    <a:gs pos="4000">
                      <a:schemeClr val="accent4">
                        <a:lumMod val="60000"/>
                        <a:lumOff val="40000"/>
                      </a:schemeClr>
                    </a:gs>
                    <a:gs pos="87000">
                      <a:schemeClr val="accent4">
                        <a:lumMod val="20000"/>
                        <a:lumOff val="80000"/>
                      </a:schemeClr>
                    </a:gs>
                  </a:gsLst>
                  <a:lin ang="5400000"/>
                </a:gradFill>
                <a:effectLst/>
                <a:latin typeface="思源黑体 Medium" panose="020B0600000000000000" pitchFamily="34" charset="-122"/>
                <a:ea typeface="思源黑体 Medium" panose="020B0600000000000000" pitchFamily="34" charset="-122"/>
              </a:rPr>
              <a:t>开始</a:t>
            </a:r>
            <a:endParaRPr lang="zh-CN" altLang="en-US" sz="5400" b="1" cap="none" spc="0" dirty="0">
              <a:ln w="12700" cmpd="sng">
                <a:solidFill>
                  <a:schemeClr val="accent4"/>
                </a:solidFill>
                <a:prstDash val="solid"/>
              </a:ln>
              <a:gradFill>
                <a:gsLst>
                  <a:gs pos="0">
                    <a:schemeClr val="accent4"/>
                  </a:gs>
                  <a:gs pos="4000">
                    <a:schemeClr val="accent4">
                      <a:lumMod val="60000"/>
                      <a:lumOff val="40000"/>
                    </a:schemeClr>
                  </a:gs>
                  <a:gs pos="87000">
                    <a:schemeClr val="accent4">
                      <a:lumMod val="20000"/>
                      <a:lumOff val="80000"/>
                    </a:schemeClr>
                  </a:gs>
                </a:gsLst>
                <a:lin ang="5400000"/>
              </a:gradFill>
              <a:effectLst/>
              <a:latin typeface="思源黑体 Medium" panose="020B0600000000000000" pitchFamily="34" charset="-122"/>
              <a:ea typeface="思源黑体 Medium" panose="020B0600000000000000" pitchFamily="34" charset="-122"/>
            </a:endParaRPr>
          </a:p>
        </p:txBody>
      </p:sp>
    </p:spTree>
    <p:custDataLst>
      <p:tags r:id="rId2"/>
    </p:custDataLst>
  </p:cSld>
  <p:clrMapOvr>
    <a:masterClrMapping/>
  </p:clrMapOvr>
</p:sld>
</file>

<file path=ppt/tags/tag1.xml><?xml version="1.0" encoding="utf-8"?>
<p:tagLst xmlns:p="http://schemas.openxmlformats.org/presentationml/2006/main"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BEAUTIFY_FLAG" val="#wm#"/>
  <p:tag name="KSO_WM_TAG_VERSION" val="1.0"/>
  <p:tag name="KSO_WM_TEMPLATE_INDEX" val="20184553"/>
  <p:tag name="KSO_WM_TEMPLATE_CATEGORY" val="custom"/>
  <p:tag name="KSO_WM_TEMPLATE_THUMBS_INDEX" val="1"/>
</p:tagLst>
</file>

<file path=ppt/tags/tag2.xml><?xml version="1.0" encoding="utf-8"?>
<p:tagLst xmlns:p="http://schemas.openxmlformats.org/presentationml/2006/main">
  <p:tag name="KSO_WM_SLIDE_SUBTYPE" val="pureTxt"/>
  <p:tag name="KSO_WM_TEMPLATE_TOPIC_DEFAULT" val="1"/>
  <p:tag name="KSO_WM_TEMPLATE_JOB_ID" val="2"/>
  <p:tag name="KSO_WM_TEMPLATE_SCENE_ID" val="1"/>
  <p:tag name="KSO_WM_TEMPLATE_OUTLINE_ID" val="15"/>
  <p:tag name="KSO_WM_TEMPLATE_TOPIC_ID" val="2869567"/>
  <p:tag name="KSO_WM_SLIDE_SIZE" val="828*343"/>
  <p:tag name="KSO_WM_SLIDE_POSITION" val="66*144"/>
  <p:tag name="KSO_WM_BEAUTIFY_FLAG" val="#wm#"/>
  <p:tag name="KSO_WM_SLIDE_TYPE" val="title"/>
  <p:tag name="KSO_WM_SLIDE_LAYOUT_CNT" val="1_1"/>
  <p:tag name="KSO_WM_SLIDE_LAYOUT" val="a_b"/>
  <p:tag name="KSO_WM_SLIDE_ITEM_CNT" val="2"/>
  <p:tag name="KSO_WM_SLIDE_INDEX" val="1"/>
  <p:tag name="KSO_WM_SLIDE_ID" val="custom20184553_1"/>
  <p:tag name="KSO_WM_TAG_VERSION" val="1.0"/>
  <p:tag name="KSO_WM_TEMPLATE_INDEX" val="20184553"/>
  <p:tag name="KSO_WM_TEMPLATE_CATEGORY" val="custom"/>
  <p:tag name="KSO_WM_TEMPLATE_THUMBS_INDEX" val="1"/>
</p:tagLst>
</file>

<file path=ppt/tags/tag3.xml><?xml version="1.0" encoding="utf-8"?>
<p:tagLst xmlns:p="http://schemas.openxmlformats.org/presentationml/2006/main">
  <p:tag name="KSO_WM_BEAUTIFY_FLAG" val=""/>
</p:tagLst>
</file>

<file path=ppt/tags/tag4.xml><?xml version="1.0" encoding="utf-8"?>
<p:tagLst xmlns:p="http://schemas.openxmlformats.org/presentationml/2006/main">
  <p:tag name="KSO_WM_BEAUTIFY_FLAG" val=""/>
</p:tagLst>
</file>

<file path=ppt/tags/tag5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6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7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8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9.xml><?xml version="1.0" encoding="utf-8"?>
<p:tagLst xmlns:p="http://schemas.openxmlformats.org/presentationml/2006/main">
  <p:tag name="KSO_WM_BEAUTIFY_FLAG" val="#wm#"/>
  <p:tag name="KSO_WM_TEMPLATE_CATEGORY" val="custom"/>
  <p:tag name="KSO_WM_TEMPLATE_INDEX" val="20184553"/>
</p:tagLst>
</file>

<file path=ppt/tags/tag10.xml><?xml version="1.0" encoding="utf-8"?>
<p:tagLst xmlns:p="http://schemas.openxmlformats.org/presentationml/2006/main">
  <p:tag name="KSO_WPP_MARK_KEY" val="960f0d72-cf91-4b47-a9b6-32eba3a79cc5"/>
  <p:tag name="COMMONDATA" val="eyJoZGlkIjoiYTc1NjQ5YjEwYWUwNjkwMTk2OTIyYTZmZjJhOTZlNDMifQ=="/>
</p:tagLst>
</file>

<file path=ppt/theme/theme1.xml><?xml version="1.0" encoding="utf-8"?>
<a:theme xmlns:a="http://schemas.openxmlformats.org/drawingml/2006/main" name="Office 主题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自定义 1">
      <a:majorFont>
        <a:latin typeface="Arial"/>
        <a:ea typeface="微软雅黑"/>
        <a:cs typeface=""/>
      </a:majorFont>
      <a:minorFont>
        <a:latin typeface="Arial"/>
        <a:ea typeface="微软雅黑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主题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主题​​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等线 Light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等线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Override1.xml><?xml version="1.0" encoding="utf-8"?>
<a:themeOverride xmlns:a="http://schemas.openxmlformats.org/drawingml/2006/main">
  <a:clrScheme name="Office">
    <a:dk1>
      <a:srgbClr val="000000"/>
    </a:dk1>
    <a:lt1>
      <a:srgbClr val="FFFFFF"/>
    </a:lt1>
    <a:dk2>
      <a:srgbClr val="44546A"/>
    </a:dk2>
    <a:lt2>
      <a:srgbClr val="E7E6E6"/>
    </a:lt2>
    <a:accent1>
      <a:srgbClr val="5B9BD5"/>
    </a:accent1>
    <a:accent2>
      <a:srgbClr val="ED7D31"/>
    </a:accent2>
    <a:accent3>
      <a:srgbClr val="A5A5A5"/>
    </a:accent3>
    <a:accent4>
      <a:srgbClr val="FFC000"/>
    </a:accent4>
    <a:accent5>
      <a:srgbClr val="4472C4"/>
    </a:accent5>
    <a:accent6>
      <a:srgbClr val="70AD47"/>
    </a:accent6>
    <a:hlink>
      <a:srgbClr val="0563C1"/>
    </a:hlink>
    <a:folHlink>
      <a:srgbClr val="954F72"/>
    </a:folHlink>
  </a:clrScheme>
</a:themeOverrid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331</Words>
  <Application>WPS 演示</Application>
  <PresentationFormat>全屏显示(16:9)</PresentationFormat>
  <Paragraphs>38</Paragraphs>
  <Slides>6</Slides>
  <Notes>1</Notes>
  <HiddenSlides>0</HiddenSlides>
  <MMClips>0</MMClips>
  <ScaleCrop>false</ScaleCrop>
  <HeadingPairs>
    <vt:vector size="6" baseType="variant">
      <vt:variant>
        <vt:lpstr>已用的字体</vt:lpstr>
      </vt:variant>
      <vt:variant>
        <vt:i4>9</vt:i4>
      </vt:variant>
      <vt:variant>
        <vt:lpstr>主题</vt:lpstr>
      </vt:variant>
      <vt:variant>
        <vt:i4>1</vt:i4>
      </vt:variant>
      <vt:variant>
        <vt:lpstr>幻灯片标题</vt:lpstr>
      </vt:variant>
      <vt:variant>
        <vt:i4>6</vt:i4>
      </vt:variant>
    </vt:vector>
  </HeadingPairs>
  <TitlesOfParts>
    <vt:vector size="16" baseType="lpstr">
      <vt:lpstr>Arial</vt:lpstr>
      <vt:lpstr>宋体</vt:lpstr>
      <vt:lpstr>Wingdings</vt:lpstr>
      <vt:lpstr>Calibri</vt:lpstr>
      <vt:lpstr>微软雅黑</vt:lpstr>
      <vt:lpstr>思源黑体 Medium</vt:lpstr>
      <vt:lpstr>黑体</vt:lpstr>
      <vt:lpstr>Arial Unicode MS</vt:lpstr>
      <vt:lpstr>等线</vt:lpstr>
      <vt:lpstr>Office 主题</vt:lpstr>
      <vt:lpstr>PowerPoint 演示文稿</vt:lpstr>
      <vt:lpstr>PowerPoint 演示文稿</vt:lpstr>
      <vt:lpstr>PowerPoint 演示文稿</vt:lpstr>
      <vt:lpstr>PowerPoint 演示文稿</vt:lpstr>
      <vt:lpstr>PowerPoint 演示文稿</vt:lpstr>
      <vt:lpstr>PowerPoint 演示文稿</vt:lpstr>
    </vt:vector>
  </TitlesOfParts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lastModifiedBy>86176</cp:lastModifiedBy>
  <cp:revision>26</cp:revision>
  <dcterms:created xsi:type="dcterms:W3CDTF">2018-03-01T02:03:00Z</dcterms:created>
  <dcterms:modified xsi:type="dcterms:W3CDTF">2023-03-17T12:12:58Z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KSOProductBuildVer">
    <vt:lpwstr>2052-11.1.0.13703</vt:lpwstr>
  </property>
  <property fmtid="{D5CDD505-2E9C-101B-9397-08002B2CF9AE}" pid="3" name="ICV">
    <vt:lpwstr>F450D5A661814918B8DF2F14328FB118</vt:lpwstr>
  </property>
</Properties>
</file>